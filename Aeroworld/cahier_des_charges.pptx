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F9F277B-FE78-27B8-B7E0-ED51A9FB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24C0F1A3-8E6F-CA2A-D943-4CF02180E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FADC9DD7-1A1A-DE36-5DE6-D4A3D5B5D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880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AA7D08C-E008-5637-EDB9-B0D375F054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AC8F081-19C2-1861-7C1D-89F55247CD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41886F-A1F7-2814-36A5-D18EC68E9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fr-FR" dirty="0"/>
              <a:t>Le projet consiste à concevoir </a:t>
            </a:r>
            <a:r>
              <a:rPr lang="fr-FR" b="1" dirty="0"/>
              <a:t>un portfolio professionnel en ligne </a:t>
            </a:r>
            <a:r>
              <a:rPr lang="fr-FR" dirty="0"/>
              <a:t>destiné à: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Présenter le profil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projets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compétences techniques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soft </a:t>
            </a:r>
            <a:r>
              <a:rPr lang="fr-FR" dirty="0" err="1"/>
              <a:t>skills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livrables demandés</a:t>
            </a:r>
          </a:p>
          <a:p>
            <a:pPr marL="114300" indent="0">
              <a:buNone/>
            </a:pPr>
            <a:r>
              <a:rPr lang="fr-FR" dirty="0"/>
              <a:t>Pour le poste de </a:t>
            </a:r>
            <a:r>
              <a:rPr lang="fr-FR" b="1" dirty="0"/>
              <a:t>Data </a:t>
            </a:r>
            <a:r>
              <a:rPr lang="fr-FR" b="1" dirty="0" err="1"/>
              <a:t>Analyst</a:t>
            </a:r>
            <a:r>
              <a:rPr lang="fr-FR" b="1" dirty="0"/>
              <a:t> consultant </a:t>
            </a:r>
            <a:r>
              <a:rPr lang="fr-FR" dirty="0"/>
              <a:t>pour l’entreprise </a:t>
            </a:r>
            <a:r>
              <a:rPr lang="fr-FR" b="1" dirty="0" err="1"/>
              <a:t>Aéroworld</a:t>
            </a:r>
            <a:endParaRPr lang="fr-FR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095785-D325-C105-00D0-5A25F35113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Enjeux et objectifs 1/2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Besoins de l’entreprise/ du client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      Evaluer les candidats avant l’entretien à travers un     	portfolio démontrant: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Leur niveau de compétence technique,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Leur capacité à structurer et piloter un projet,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Leur posture professionnelle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Raisons du besoin: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Collecter, stocker, analyser, sécuriser et harmoniser la quantité massive de données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B072B62-2E38-1C98-D99C-E00147B98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9ACF121-BB13-EFD8-1766-8D48A4AE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6880F916-E935-7468-4E70-7436CF4EE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Enjeux et objectifs 2/2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067DE5FE-3020-8228-E954-3645A3945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  <a:p>
            <a:pPr indent="-457200">
              <a:buSzPts val="2800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pécifique: créer un portfolio répondant aux attentes d’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indent="-457200">
              <a:buSzPts val="2800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esurable: intégrer tous les livrables demandés</a:t>
            </a:r>
          </a:p>
          <a:p>
            <a:pPr indent="-457200">
              <a:buSzPts val="2800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tteignable: s’appuyer sur les projets déjà réalisés</a:t>
            </a:r>
          </a:p>
          <a:p>
            <a:pPr indent="-457200">
              <a:buSzPts val="2800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éaliste: utiliser des outils maîtrisables et adaptés</a:t>
            </a:r>
          </a:p>
          <a:p>
            <a:pPr indent="-457200">
              <a:buSzPts val="2800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emporel: finaliser le portfolio avant la soutenance finale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64A414D-D618-1101-32AE-F28B884D75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21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Composition de l’équipe projet 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800" b="1" dirty="0">
                <a:latin typeface="Montserrat"/>
                <a:ea typeface="Montserrat"/>
                <a:cs typeface="Montserrat"/>
                <a:sym typeface="Montserrat"/>
              </a:rPr>
              <a:t>Le candidat, étudiant data </a:t>
            </a:r>
            <a:r>
              <a:rPr lang="fr-FR" sz="2800" b="1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sz="2800" dirty="0">
                <a:latin typeface="Montserrat"/>
                <a:ea typeface="Montserrat"/>
                <a:cs typeface="Montserrat"/>
                <a:sym typeface="Montserrat"/>
              </a:rPr>
              <a:t>: postulant au poste </a:t>
            </a:r>
          </a:p>
          <a:p>
            <a:pPr marL="91440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800" b="1" dirty="0">
                <a:latin typeface="Montserrat"/>
                <a:ea typeface="Montserrat"/>
                <a:cs typeface="Montserrat"/>
                <a:sym typeface="Montserrat"/>
              </a:rPr>
              <a:t>Le mentor</a:t>
            </a:r>
            <a:r>
              <a:rPr lang="fr-FR" sz="2800" dirty="0">
                <a:latin typeface="Montserrat"/>
                <a:ea typeface="Montserrat"/>
                <a:cs typeface="Montserrat"/>
                <a:sym typeface="Montserrat"/>
              </a:rPr>
              <a:t>: qui valide les étapes intermédiaires du projet</a:t>
            </a:r>
          </a:p>
          <a:p>
            <a:pPr marL="91440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800" b="1" dirty="0">
                <a:latin typeface="Montserrat"/>
                <a:ea typeface="Montserrat"/>
                <a:cs typeface="Montserrat"/>
                <a:sym typeface="Montserrat"/>
              </a:rPr>
              <a:t>Le client fictif</a:t>
            </a:r>
            <a:r>
              <a:rPr lang="fr-FR" sz="2800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2800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3A7F8E7-968C-18EC-31FC-A07F0C2C9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Interface sobre, lisible et professionnelle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Mise en page aérée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Cohérence graphique (couleurs, typographie)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5207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Navigation simple et intuitive</a:t>
            </a:r>
          </a:p>
          <a:p>
            <a:pPr marL="5207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Accès rapide aux sections essentielle (profils, projets, livrables)</a:t>
            </a:r>
          </a:p>
          <a:p>
            <a:pPr marL="635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CC78123-C9C1-E180-277A-BD1BD2EEBB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</a:t>
            </a:r>
          </a:p>
          <a:p>
            <a:pPr marL="1257300" lvl="2">
              <a:spcBef>
                <a:spcPts val="1000"/>
              </a:spcBef>
              <a:buFontTx/>
              <a:buChar char="-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du profil et des compétences</a:t>
            </a:r>
          </a:p>
          <a:p>
            <a:pPr marL="1257300" lvl="2">
              <a:spcBef>
                <a:spcPts val="1000"/>
              </a:spcBef>
              <a:buFontTx/>
              <a:buChar char="-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des projets et des soft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257300" lvl="2">
              <a:spcBef>
                <a:spcPts val="1000"/>
              </a:spcBef>
              <a:buFontTx/>
              <a:buChar char="-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Intégrer les livrables organisationnels (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mock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-up, tableau de bord, la documentation et la vidéo)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de la législation française et européenne (RGPD)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endParaRPr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C67FDD-305E-FD0C-F574-0FB573CF9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2740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00100"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Hébergeur et nom de domaine: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GitHub Pages, par défaut</a:t>
            </a:r>
            <a:endParaRPr lang="fr-FR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800100" lvl="1">
              <a:spcBef>
                <a:spcPts val="1000"/>
              </a:spcBef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Navigateurs compatibles: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Google Chrome, Mozilla Firefox, Microsoft Edge, Safari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800100" lvl="1">
              <a:spcBef>
                <a:spcPts val="1000"/>
              </a:spcBef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Respect du RGPD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Pas de données personnelles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3B785A2-F2F0-457E-40BD-5FD1A5F01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Qualité et performance 1/2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288758" y="1556084"/>
            <a:ext cx="11065042" cy="462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Temps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4 semaines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Budget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0€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Règles fournies par le client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présenter son profil, ses projets, ses compétences et les livrables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Chartes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présentation claire et professionnelle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Demandes particulières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portfolio structuré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F242223-2EF2-4E49-9B41-8283B23396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Qualité et performance 2/2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projet: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39800"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fr-FR" sz="2400" b="1" dirty="0">
                <a:latin typeface="Montserrat"/>
                <a:ea typeface="Montserrat"/>
                <a:cs typeface="Montserrat"/>
                <a:sym typeface="Montserrat"/>
              </a:rPr>
              <a:t>Coûts</a:t>
            </a: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 : Budget nul (car outils gratuits)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39800"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fr-FR" sz="2400" b="1" dirty="0">
                <a:latin typeface="Montserrat"/>
                <a:ea typeface="Montserrat"/>
                <a:cs typeface="Montserrat"/>
                <a:sym typeface="Montserrat"/>
              </a:rPr>
              <a:t>Délais</a:t>
            </a: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 : Dans le temps imparti (</a:t>
            </a:r>
            <a:r>
              <a:rPr lang="fr-FR" sz="2400" dirty="0" err="1">
                <a:latin typeface="Montserrat"/>
                <a:ea typeface="Montserrat"/>
                <a:cs typeface="Montserrat"/>
                <a:sym typeface="Montserrat"/>
              </a:rPr>
              <a:t>cf</a:t>
            </a: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 diagramme de Gantt)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39800"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fr-FR" sz="2400" b="1" dirty="0">
                <a:latin typeface="Montserrat"/>
                <a:ea typeface="Montserrat"/>
                <a:cs typeface="Montserrat"/>
                <a:sym typeface="Montserrat"/>
              </a:rPr>
              <a:t>Qualité</a:t>
            </a: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 : Livrables fonctionnels 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39800">
              <a:lnSpc>
                <a:spcPct val="150000"/>
              </a:lnSpc>
              <a:spcBef>
                <a:spcPts val="0"/>
              </a:spcBef>
              <a:buSzPts val="1400"/>
            </a:pPr>
            <a:r>
              <a:rPr lang="fr-FR" sz="2400" b="1" dirty="0">
                <a:latin typeface="Montserrat"/>
                <a:ea typeface="Montserrat"/>
                <a:cs typeface="Montserrat"/>
                <a:sym typeface="Montserrat"/>
              </a:rPr>
              <a:t>Efficacité et avancement du projet</a:t>
            </a: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: Suivi hebdomadaire du mentor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AA93381-50DC-F450-D10A-961A77201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661737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106905"/>
            <a:ext cx="10515600" cy="528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fr-FR" b="1" baseline="30000" dirty="0">
                <a:latin typeface="Montserrat"/>
                <a:ea typeface="Montserrat"/>
                <a:cs typeface="Montserrat"/>
                <a:sym typeface="Montserrat"/>
              </a:rPr>
              <a:t>ère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semaine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Création de la carte mentale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Remplissage de l’analyse des besoins métier et du cahier des charges 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fr-FR" b="1" baseline="30000" dirty="0">
                <a:latin typeface="Montserrat"/>
                <a:ea typeface="Montserrat"/>
                <a:cs typeface="Montserrat"/>
                <a:sym typeface="Montserrat"/>
              </a:rPr>
              <a:t>ème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semaine: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Diagramme de Gantt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Mock-ups</a:t>
            </a: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fr-FR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fr-FR" b="1" baseline="30000" dirty="0">
                <a:latin typeface="Montserrat"/>
                <a:ea typeface="Montserrat"/>
                <a:cs typeface="Montserrat"/>
                <a:sym typeface="Montserrat"/>
              </a:rPr>
              <a:t>ème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semaine: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Réalisation des deux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Réalisation de la documentation utilisateur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Réalisation de la vidéo de formation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fr-FR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fr-FR" b="1" baseline="30000" dirty="0">
                <a:latin typeface="Montserrat"/>
                <a:ea typeface="Montserrat"/>
                <a:cs typeface="Montserrat"/>
                <a:sym typeface="Montserrat"/>
              </a:rPr>
              <a:t>ème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semaine: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Création de la page GitHub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Ecriture du script et répétitions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D2298B3-AE41-4D40-89D3-3C7FE4171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RH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temps passé sur le projet</a:t>
            </a: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Achats matériels et immatériels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: aucun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Prix final: 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0€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24347C1-7331-4F46-1221-D432987FC3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552</Words>
  <Application>Microsoft Office PowerPoint</Application>
  <PresentationFormat>Grand écran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Arial</vt:lpstr>
      <vt:lpstr>Montserrat</vt:lpstr>
      <vt:lpstr>Thème Office</vt:lpstr>
      <vt:lpstr>Cahier des charges</vt:lpstr>
      <vt:lpstr>Sommaire</vt:lpstr>
      <vt:lpstr>Présentation du projet</vt:lpstr>
      <vt:lpstr>Enjeux et objectifs 1/2</vt:lpstr>
      <vt:lpstr>Enjeux et objectifs 2/2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1/2</vt:lpstr>
      <vt:lpstr>Qualité et performance 2/2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Julie Rocher</cp:lastModifiedBy>
  <cp:revision>17</cp:revision>
  <dcterms:modified xsi:type="dcterms:W3CDTF">2026-03-23T09:49:46Z</dcterms:modified>
</cp:coreProperties>
</file>