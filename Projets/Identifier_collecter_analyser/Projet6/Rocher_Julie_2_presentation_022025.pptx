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73" r:id="rId7"/>
    <p:sldId id="263" r:id="rId8"/>
    <p:sldId id="265" r:id="rId9"/>
    <p:sldId id="266" r:id="rId10"/>
    <p:sldId id="259" r:id="rId11"/>
    <p:sldId id="260" r:id="rId12"/>
    <p:sldId id="267" r:id="rId13"/>
    <p:sldId id="261" r:id="rId14"/>
    <p:sldId id="268" r:id="rId15"/>
    <p:sldId id="269" r:id="rId16"/>
    <p:sldId id="270" r:id="rId17"/>
    <p:sldId id="271" r:id="rId18"/>
    <p:sldId id="262" r:id="rId19"/>
    <p:sldId id="264" r:id="rId20"/>
    <p:sldId id="272" r:id="rId2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B9B0"/>
    <a:srgbClr val="AD283B"/>
    <a:srgbClr val="FFFFCC"/>
    <a:srgbClr val="CCFFCC"/>
    <a:srgbClr val="F065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82" d="100"/>
          <a:sy n="82" d="100"/>
        </p:scale>
        <p:origin x="150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ulie\OneDrive\Documents\Analyste%20Data\OPENCLASSROOMS\P6%20Optimisez%20la%20gestion%20des%20donn&#233;es%20d'une%20boutique%20avec%20R%20ou%20Python\1%20soutenance\donn&#233;e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Merge_WEB!$AH$1</c:f>
              <c:strCache>
                <c:ptCount val="1"/>
                <c:pt idx="0">
                  <c:v>z_score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4"/>
            <c:spPr>
              <a:solidFill>
                <a:srgbClr val="C00000"/>
              </a:solidFill>
              <a:ln w="9525">
                <a:noFill/>
              </a:ln>
              <a:effectLst/>
            </c:spPr>
          </c:marker>
          <c:yVal>
            <c:numRef>
              <c:f>Merge_WEB!$AH$2:$AH$735</c:f>
              <c:numCache>
                <c:formatCode>General</c:formatCode>
                <c:ptCount val="734"/>
                <c:pt idx="0">
                  <c:v>-0.28999999999999998</c:v>
                </c:pt>
                <c:pt idx="1">
                  <c:v>0.08</c:v>
                </c:pt>
                <c:pt idx="2">
                  <c:v>-0.41</c:v>
                </c:pt>
                <c:pt idx="3">
                  <c:v>-0.66</c:v>
                </c:pt>
                <c:pt idx="4">
                  <c:v>0.51</c:v>
                </c:pt>
                <c:pt idx="5">
                  <c:v>0.08</c:v>
                </c:pt>
                <c:pt idx="6">
                  <c:v>0.02</c:v>
                </c:pt>
                <c:pt idx="7">
                  <c:v>-0.03</c:v>
                </c:pt>
                <c:pt idx="8">
                  <c:v>1.02</c:v>
                </c:pt>
                <c:pt idx="9">
                  <c:v>0.39</c:v>
                </c:pt>
                <c:pt idx="10">
                  <c:v>1.76</c:v>
                </c:pt>
                <c:pt idx="11">
                  <c:v>-0.5</c:v>
                </c:pt>
                <c:pt idx="12">
                  <c:v>-0.34</c:v>
                </c:pt>
                <c:pt idx="13">
                  <c:v>-0.47</c:v>
                </c:pt>
                <c:pt idx="14">
                  <c:v>-0.38</c:v>
                </c:pt>
                <c:pt idx="15">
                  <c:v>-0.89</c:v>
                </c:pt>
                <c:pt idx="16">
                  <c:v>0.06</c:v>
                </c:pt>
                <c:pt idx="17">
                  <c:v>0.45</c:v>
                </c:pt>
                <c:pt idx="18">
                  <c:v>1.45</c:v>
                </c:pt>
                <c:pt idx="19">
                  <c:v>-0.71</c:v>
                </c:pt>
                <c:pt idx="20">
                  <c:v>-0.86</c:v>
                </c:pt>
                <c:pt idx="21">
                  <c:v>-0.86</c:v>
                </c:pt>
                <c:pt idx="22">
                  <c:v>-0.86</c:v>
                </c:pt>
                <c:pt idx="23">
                  <c:v>-0.74</c:v>
                </c:pt>
                <c:pt idx="24">
                  <c:v>-0.74</c:v>
                </c:pt>
                <c:pt idx="25">
                  <c:v>-0.64</c:v>
                </c:pt>
                <c:pt idx="26">
                  <c:v>-0.65</c:v>
                </c:pt>
                <c:pt idx="27">
                  <c:v>-0.46</c:v>
                </c:pt>
                <c:pt idx="28">
                  <c:v>-0.41</c:v>
                </c:pt>
                <c:pt idx="29">
                  <c:v>-0.37</c:v>
                </c:pt>
                <c:pt idx="30">
                  <c:v>-0.56999999999999995</c:v>
                </c:pt>
                <c:pt idx="31">
                  <c:v>1.02</c:v>
                </c:pt>
                <c:pt idx="32">
                  <c:v>-0.32</c:v>
                </c:pt>
                <c:pt idx="33">
                  <c:v>0.04</c:v>
                </c:pt>
                <c:pt idx="34">
                  <c:v>0</c:v>
                </c:pt>
                <c:pt idx="35">
                  <c:v>1.67</c:v>
                </c:pt>
                <c:pt idx="36">
                  <c:v>-0.71</c:v>
                </c:pt>
                <c:pt idx="37">
                  <c:v>-0.64</c:v>
                </c:pt>
                <c:pt idx="38">
                  <c:v>-0.66</c:v>
                </c:pt>
                <c:pt idx="39">
                  <c:v>-0.34</c:v>
                </c:pt>
                <c:pt idx="40">
                  <c:v>0.44</c:v>
                </c:pt>
                <c:pt idx="41">
                  <c:v>0.18</c:v>
                </c:pt>
                <c:pt idx="42">
                  <c:v>0.25</c:v>
                </c:pt>
                <c:pt idx="43">
                  <c:v>-0.55000000000000004</c:v>
                </c:pt>
                <c:pt idx="44">
                  <c:v>-0.32</c:v>
                </c:pt>
                <c:pt idx="45">
                  <c:v>-0.48</c:v>
                </c:pt>
                <c:pt idx="46">
                  <c:v>-0.56999999999999995</c:v>
                </c:pt>
                <c:pt idx="47">
                  <c:v>-0.65</c:v>
                </c:pt>
                <c:pt idx="48">
                  <c:v>-0.67</c:v>
                </c:pt>
                <c:pt idx="49">
                  <c:v>-0.71</c:v>
                </c:pt>
                <c:pt idx="50">
                  <c:v>-0.34</c:v>
                </c:pt>
                <c:pt idx="51">
                  <c:v>-0.71</c:v>
                </c:pt>
                <c:pt idx="52">
                  <c:v>-0.36</c:v>
                </c:pt>
                <c:pt idx="53">
                  <c:v>-0.71</c:v>
                </c:pt>
                <c:pt idx="54">
                  <c:v>-0.6</c:v>
                </c:pt>
                <c:pt idx="55">
                  <c:v>-0.6</c:v>
                </c:pt>
                <c:pt idx="56">
                  <c:v>-0.57999999999999996</c:v>
                </c:pt>
                <c:pt idx="57">
                  <c:v>-0.57999999999999996</c:v>
                </c:pt>
                <c:pt idx="58">
                  <c:v>-0.82</c:v>
                </c:pt>
                <c:pt idx="59">
                  <c:v>-0.92</c:v>
                </c:pt>
                <c:pt idx="60">
                  <c:v>-0.71</c:v>
                </c:pt>
                <c:pt idx="61">
                  <c:v>0.11</c:v>
                </c:pt>
                <c:pt idx="62">
                  <c:v>-0.01</c:v>
                </c:pt>
                <c:pt idx="63">
                  <c:v>2.4900000000000002</c:v>
                </c:pt>
                <c:pt idx="64">
                  <c:v>-0.33</c:v>
                </c:pt>
                <c:pt idx="65">
                  <c:v>2.06</c:v>
                </c:pt>
                <c:pt idx="66">
                  <c:v>-0.08</c:v>
                </c:pt>
                <c:pt idx="67">
                  <c:v>-0.23</c:v>
                </c:pt>
                <c:pt idx="68">
                  <c:v>1.66</c:v>
                </c:pt>
                <c:pt idx="69">
                  <c:v>0.25</c:v>
                </c:pt>
                <c:pt idx="70">
                  <c:v>0.77</c:v>
                </c:pt>
                <c:pt idx="71">
                  <c:v>0.62</c:v>
                </c:pt>
                <c:pt idx="72">
                  <c:v>-0.09</c:v>
                </c:pt>
                <c:pt idx="73">
                  <c:v>0.03</c:v>
                </c:pt>
                <c:pt idx="74">
                  <c:v>0.2</c:v>
                </c:pt>
                <c:pt idx="75">
                  <c:v>1.35</c:v>
                </c:pt>
                <c:pt idx="76">
                  <c:v>0.99</c:v>
                </c:pt>
                <c:pt idx="77">
                  <c:v>-0.67</c:v>
                </c:pt>
                <c:pt idx="78">
                  <c:v>-0.47</c:v>
                </c:pt>
                <c:pt idx="79">
                  <c:v>-0.11</c:v>
                </c:pt>
                <c:pt idx="80">
                  <c:v>-0.82</c:v>
                </c:pt>
                <c:pt idx="81">
                  <c:v>-0.64</c:v>
                </c:pt>
                <c:pt idx="82">
                  <c:v>-0.43</c:v>
                </c:pt>
                <c:pt idx="83">
                  <c:v>-0.73</c:v>
                </c:pt>
                <c:pt idx="84">
                  <c:v>-0.5</c:v>
                </c:pt>
                <c:pt idx="85">
                  <c:v>-0.83</c:v>
                </c:pt>
                <c:pt idx="86">
                  <c:v>-0.83</c:v>
                </c:pt>
                <c:pt idx="87">
                  <c:v>-0.75</c:v>
                </c:pt>
                <c:pt idx="88">
                  <c:v>-0.65</c:v>
                </c:pt>
                <c:pt idx="89">
                  <c:v>-0.78</c:v>
                </c:pt>
                <c:pt idx="90">
                  <c:v>-0.9</c:v>
                </c:pt>
                <c:pt idx="91">
                  <c:v>-0.73</c:v>
                </c:pt>
                <c:pt idx="92">
                  <c:v>-0.42</c:v>
                </c:pt>
                <c:pt idx="93">
                  <c:v>-0.65</c:v>
                </c:pt>
                <c:pt idx="94">
                  <c:v>-0.51</c:v>
                </c:pt>
                <c:pt idx="95">
                  <c:v>-0.84</c:v>
                </c:pt>
                <c:pt idx="96">
                  <c:v>-0.89</c:v>
                </c:pt>
                <c:pt idx="97">
                  <c:v>-0.97</c:v>
                </c:pt>
                <c:pt idx="98">
                  <c:v>-0.97</c:v>
                </c:pt>
                <c:pt idx="99">
                  <c:v>-0.97</c:v>
                </c:pt>
                <c:pt idx="100">
                  <c:v>-0.68</c:v>
                </c:pt>
                <c:pt idx="101">
                  <c:v>-0.68</c:v>
                </c:pt>
                <c:pt idx="102">
                  <c:v>-0.75</c:v>
                </c:pt>
                <c:pt idx="103">
                  <c:v>-0.3</c:v>
                </c:pt>
                <c:pt idx="104">
                  <c:v>-0.3</c:v>
                </c:pt>
                <c:pt idx="105">
                  <c:v>-0.74</c:v>
                </c:pt>
                <c:pt idx="106">
                  <c:v>-0.56000000000000005</c:v>
                </c:pt>
                <c:pt idx="107">
                  <c:v>-0.39</c:v>
                </c:pt>
                <c:pt idx="108">
                  <c:v>-0.56999999999999995</c:v>
                </c:pt>
                <c:pt idx="109">
                  <c:v>-0.69</c:v>
                </c:pt>
                <c:pt idx="110">
                  <c:v>-0.83</c:v>
                </c:pt>
                <c:pt idx="111">
                  <c:v>-0.73</c:v>
                </c:pt>
                <c:pt idx="112">
                  <c:v>-0.83</c:v>
                </c:pt>
                <c:pt idx="113">
                  <c:v>-0.52</c:v>
                </c:pt>
                <c:pt idx="114">
                  <c:v>-0.68</c:v>
                </c:pt>
                <c:pt idx="115">
                  <c:v>-0.78</c:v>
                </c:pt>
                <c:pt idx="116">
                  <c:v>-0.18</c:v>
                </c:pt>
                <c:pt idx="117">
                  <c:v>-0.83</c:v>
                </c:pt>
                <c:pt idx="118">
                  <c:v>-0.96</c:v>
                </c:pt>
                <c:pt idx="119">
                  <c:v>-0.96</c:v>
                </c:pt>
                <c:pt idx="120">
                  <c:v>0.22</c:v>
                </c:pt>
                <c:pt idx="121">
                  <c:v>0.22</c:v>
                </c:pt>
                <c:pt idx="122">
                  <c:v>-0.81</c:v>
                </c:pt>
                <c:pt idx="123">
                  <c:v>-0.76</c:v>
                </c:pt>
                <c:pt idx="124">
                  <c:v>-0.33</c:v>
                </c:pt>
                <c:pt idx="125">
                  <c:v>-0.93</c:v>
                </c:pt>
                <c:pt idx="126">
                  <c:v>-0.9</c:v>
                </c:pt>
                <c:pt idx="127">
                  <c:v>1.75</c:v>
                </c:pt>
                <c:pt idx="128">
                  <c:v>0.6</c:v>
                </c:pt>
                <c:pt idx="129">
                  <c:v>0.28000000000000003</c:v>
                </c:pt>
                <c:pt idx="130">
                  <c:v>0.98</c:v>
                </c:pt>
                <c:pt idx="131">
                  <c:v>-0.2</c:v>
                </c:pt>
                <c:pt idx="132">
                  <c:v>-0.68</c:v>
                </c:pt>
                <c:pt idx="133">
                  <c:v>-0.55000000000000004</c:v>
                </c:pt>
                <c:pt idx="134">
                  <c:v>-0.56000000000000005</c:v>
                </c:pt>
                <c:pt idx="135">
                  <c:v>-0.75</c:v>
                </c:pt>
                <c:pt idx="136">
                  <c:v>-0.71</c:v>
                </c:pt>
                <c:pt idx="137">
                  <c:v>-0.85</c:v>
                </c:pt>
                <c:pt idx="138">
                  <c:v>-0.82</c:v>
                </c:pt>
                <c:pt idx="139">
                  <c:v>-0.54</c:v>
                </c:pt>
                <c:pt idx="140">
                  <c:v>-0.56000000000000005</c:v>
                </c:pt>
                <c:pt idx="141">
                  <c:v>-0.71</c:v>
                </c:pt>
                <c:pt idx="142">
                  <c:v>-0.08</c:v>
                </c:pt>
                <c:pt idx="143">
                  <c:v>-0.82</c:v>
                </c:pt>
                <c:pt idx="144">
                  <c:v>-0.77</c:v>
                </c:pt>
                <c:pt idx="145">
                  <c:v>-0.77</c:v>
                </c:pt>
                <c:pt idx="146">
                  <c:v>-0.55000000000000004</c:v>
                </c:pt>
                <c:pt idx="147">
                  <c:v>-0.15</c:v>
                </c:pt>
                <c:pt idx="148">
                  <c:v>-0.15</c:v>
                </c:pt>
                <c:pt idx="149">
                  <c:v>-0.85</c:v>
                </c:pt>
                <c:pt idx="150">
                  <c:v>-0.86</c:v>
                </c:pt>
                <c:pt idx="151">
                  <c:v>-0.68</c:v>
                </c:pt>
                <c:pt idx="152">
                  <c:v>-0.85</c:v>
                </c:pt>
                <c:pt idx="153">
                  <c:v>-0.61</c:v>
                </c:pt>
                <c:pt idx="154">
                  <c:v>-0.63</c:v>
                </c:pt>
                <c:pt idx="155">
                  <c:v>-0.46</c:v>
                </c:pt>
                <c:pt idx="156">
                  <c:v>-0.66</c:v>
                </c:pt>
                <c:pt idx="157">
                  <c:v>1.01</c:v>
                </c:pt>
                <c:pt idx="158">
                  <c:v>-0.19</c:v>
                </c:pt>
                <c:pt idx="159">
                  <c:v>-0.28000000000000003</c:v>
                </c:pt>
                <c:pt idx="160">
                  <c:v>-0.01</c:v>
                </c:pt>
                <c:pt idx="161">
                  <c:v>0</c:v>
                </c:pt>
                <c:pt idx="162">
                  <c:v>-0.73</c:v>
                </c:pt>
                <c:pt idx="163">
                  <c:v>-0.81</c:v>
                </c:pt>
                <c:pt idx="164">
                  <c:v>-0.6</c:v>
                </c:pt>
                <c:pt idx="165">
                  <c:v>-0.6</c:v>
                </c:pt>
                <c:pt idx="166">
                  <c:v>-0.52</c:v>
                </c:pt>
                <c:pt idx="167">
                  <c:v>-0.82</c:v>
                </c:pt>
                <c:pt idx="168">
                  <c:v>-0.48</c:v>
                </c:pt>
                <c:pt idx="169">
                  <c:v>-0.62</c:v>
                </c:pt>
                <c:pt idx="170">
                  <c:v>-0.8</c:v>
                </c:pt>
                <c:pt idx="171">
                  <c:v>-0.61</c:v>
                </c:pt>
                <c:pt idx="172">
                  <c:v>-0.56999999999999995</c:v>
                </c:pt>
                <c:pt idx="173">
                  <c:v>-0.84</c:v>
                </c:pt>
                <c:pt idx="174">
                  <c:v>-0.7</c:v>
                </c:pt>
                <c:pt idx="175">
                  <c:v>-0.63</c:v>
                </c:pt>
                <c:pt idx="176">
                  <c:v>-0.53</c:v>
                </c:pt>
                <c:pt idx="177">
                  <c:v>-0.27</c:v>
                </c:pt>
                <c:pt idx="178">
                  <c:v>-0.48</c:v>
                </c:pt>
                <c:pt idx="179">
                  <c:v>-0.75</c:v>
                </c:pt>
                <c:pt idx="180">
                  <c:v>-0.19</c:v>
                </c:pt>
                <c:pt idx="181">
                  <c:v>0.33</c:v>
                </c:pt>
                <c:pt idx="182">
                  <c:v>1.38</c:v>
                </c:pt>
                <c:pt idx="183">
                  <c:v>0.24</c:v>
                </c:pt>
                <c:pt idx="184">
                  <c:v>-0.2</c:v>
                </c:pt>
                <c:pt idx="185">
                  <c:v>-0.34</c:v>
                </c:pt>
                <c:pt idx="186">
                  <c:v>-0.48</c:v>
                </c:pt>
                <c:pt idx="187">
                  <c:v>-0.32</c:v>
                </c:pt>
                <c:pt idx="188">
                  <c:v>0.26</c:v>
                </c:pt>
                <c:pt idx="189">
                  <c:v>0.44</c:v>
                </c:pt>
                <c:pt idx="190">
                  <c:v>-0.53</c:v>
                </c:pt>
                <c:pt idx="191">
                  <c:v>-0.08</c:v>
                </c:pt>
                <c:pt idx="192">
                  <c:v>-0.88</c:v>
                </c:pt>
                <c:pt idx="193">
                  <c:v>-0.78</c:v>
                </c:pt>
                <c:pt idx="194">
                  <c:v>-0.77</c:v>
                </c:pt>
                <c:pt idx="195">
                  <c:v>0.62</c:v>
                </c:pt>
                <c:pt idx="196">
                  <c:v>0.13</c:v>
                </c:pt>
                <c:pt idx="197">
                  <c:v>1.86</c:v>
                </c:pt>
                <c:pt idx="198">
                  <c:v>0.99</c:v>
                </c:pt>
                <c:pt idx="199">
                  <c:v>1.74</c:v>
                </c:pt>
                <c:pt idx="200">
                  <c:v>7.06</c:v>
                </c:pt>
                <c:pt idx="201">
                  <c:v>1.74</c:v>
                </c:pt>
                <c:pt idx="202">
                  <c:v>-0.71</c:v>
                </c:pt>
                <c:pt idx="203">
                  <c:v>0.72</c:v>
                </c:pt>
                <c:pt idx="204">
                  <c:v>0.25</c:v>
                </c:pt>
                <c:pt idx="205">
                  <c:v>1.65</c:v>
                </c:pt>
                <c:pt idx="206">
                  <c:v>1.96</c:v>
                </c:pt>
                <c:pt idx="207">
                  <c:v>0.64</c:v>
                </c:pt>
                <c:pt idx="208">
                  <c:v>0.64</c:v>
                </c:pt>
                <c:pt idx="209">
                  <c:v>0.64</c:v>
                </c:pt>
                <c:pt idx="210">
                  <c:v>0.91</c:v>
                </c:pt>
                <c:pt idx="211">
                  <c:v>1.02</c:v>
                </c:pt>
                <c:pt idx="212">
                  <c:v>-0.17</c:v>
                </c:pt>
                <c:pt idx="213">
                  <c:v>1.1000000000000001</c:v>
                </c:pt>
                <c:pt idx="214">
                  <c:v>0.99</c:v>
                </c:pt>
                <c:pt idx="215">
                  <c:v>0.99</c:v>
                </c:pt>
                <c:pt idx="216">
                  <c:v>0.99</c:v>
                </c:pt>
                <c:pt idx="217">
                  <c:v>0.44</c:v>
                </c:pt>
                <c:pt idx="218">
                  <c:v>1.1100000000000001</c:v>
                </c:pt>
                <c:pt idx="219">
                  <c:v>5.27</c:v>
                </c:pt>
                <c:pt idx="220">
                  <c:v>2.8</c:v>
                </c:pt>
                <c:pt idx="221">
                  <c:v>1.32</c:v>
                </c:pt>
                <c:pt idx="222">
                  <c:v>4.57</c:v>
                </c:pt>
                <c:pt idx="223">
                  <c:v>2.63</c:v>
                </c:pt>
                <c:pt idx="224">
                  <c:v>-0.15</c:v>
                </c:pt>
                <c:pt idx="225">
                  <c:v>-0.38</c:v>
                </c:pt>
                <c:pt idx="226">
                  <c:v>-0.13</c:v>
                </c:pt>
                <c:pt idx="227">
                  <c:v>-0.39</c:v>
                </c:pt>
                <c:pt idx="228">
                  <c:v>1.29</c:v>
                </c:pt>
                <c:pt idx="229">
                  <c:v>2.84</c:v>
                </c:pt>
                <c:pt idx="230">
                  <c:v>0.01</c:v>
                </c:pt>
                <c:pt idx="231">
                  <c:v>0.43</c:v>
                </c:pt>
                <c:pt idx="232">
                  <c:v>1.08</c:v>
                </c:pt>
                <c:pt idx="233">
                  <c:v>0.36</c:v>
                </c:pt>
                <c:pt idx="234">
                  <c:v>-0.2</c:v>
                </c:pt>
                <c:pt idx="235">
                  <c:v>-0.57999999999999996</c:v>
                </c:pt>
                <c:pt idx="236">
                  <c:v>-0.02</c:v>
                </c:pt>
                <c:pt idx="237">
                  <c:v>-0.02</c:v>
                </c:pt>
                <c:pt idx="238">
                  <c:v>0.62</c:v>
                </c:pt>
                <c:pt idx="239">
                  <c:v>0.01</c:v>
                </c:pt>
                <c:pt idx="240">
                  <c:v>0.66</c:v>
                </c:pt>
                <c:pt idx="241">
                  <c:v>-0.68</c:v>
                </c:pt>
                <c:pt idx="242">
                  <c:v>-0.74</c:v>
                </c:pt>
                <c:pt idx="243">
                  <c:v>-0.69</c:v>
                </c:pt>
                <c:pt idx="244">
                  <c:v>-0.21</c:v>
                </c:pt>
                <c:pt idx="245">
                  <c:v>-0.42</c:v>
                </c:pt>
                <c:pt idx="246">
                  <c:v>-0.56000000000000005</c:v>
                </c:pt>
                <c:pt idx="247">
                  <c:v>-0.48</c:v>
                </c:pt>
                <c:pt idx="248">
                  <c:v>-0.3</c:v>
                </c:pt>
                <c:pt idx="249">
                  <c:v>0.91</c:v>
                </c:pt>
                <c:pt idx="250">
                  <c:v>1.3</c:v>
                </c:pt>
                <c:pt idx="251">
                  <c:v>-0.05</c:v>
                </c:pt>
                <c:pt idx="252">
                  <c:v>0.99</c:v>
                </c:pt>
                <c:pt idx="253">
                  <c:v>-0.74</c:v>
                </c:pt>
                <c:pt idx="254">
                  <c:v>-0.56999999999999995</c:v>
                </c:pt>
                <c:pt idx="255">
                  <c:v>0.74</c:v>
                </c:pt>
                <c:pt idx="256">
                  <c:v>0.76</c:v>
                </c:pt>
                <c:pt idx="257">
                  <c:v>0.96</c:v>
                </c:pt>
                <c:pt idx="258">
                  <c:v>0.28000000000000003</c:v>
                </c:pt>
                <c:pt idx="259">
                  <c:v>0.74</c:v>
                </c:pt>
                <c:pt idx="260">
                  <c:v>1.1100000000000001</c:v>
                </c:pt>
                <c:pt idx="261">
                  <c:v>1.64</c:v>
                </c:pt>
                <c:pt idx="262">
                  <c:v>0.66</c:v>
                </c:pt>
                <c:pt idx="263">
                  <c:v>0.74</c:v>
                </c:pt>
                <c:pt idx="264">
                  <c:v>0.33</c:v>
                </c:pt>
                <c:pt idx="265">
                  <c:v>1.1100000000000001</c:v>
                </c:pt>
                <c:pt idx="266">
                  <c:v>0.66</c:v>
                </c:pt>
                <c:pt idx="267">
                  <c:v>-0.39</c:v>
                </c:pt>
                <c:pt idx="268">
                  <c:v>-0.13</c:v>
                </c:pt>
                <c:pt idx="269">
                  <c:v>-0.28000000000000003</c:v>
                </c:pt>
                <c:pt idx="270">
                  <c:v>-0.56999999999999995</c:v>
                </c:pt>
                <c:pt idx="271">
                  <c:v>-0.25</c:v>
                </c:pt>
                <c:pt idx="272">
                  <c:v>0.62</c:v>
                </c:pt>
                <c:pt idx="273">
                  <c:v>0.15</c:v>
                </c:pt>
                <c:pt idx="274">
                  <c:v>0.05</c:v>
                </c:pt>
                <c:pt idx="275">
                  <c:v>0.3</c:v>
                </c:pt>
                <c:pt idx="276">
                  <c:v>0.4</c:v>
                </c:pt>
                <c:pt idx="277">
                  <c:v>0.4</c:v>
                </c:pt>
                <c:pt idx="278">
                  <c:v>0.61</c:v>
                </c:pt>
                <c:pt idx="279">
                  <c:v>-0.41</c:v>
                </c:pt>
                <c:pt idx="280">
                  <c:v>-0.56999999999999995</c:v>
                </c:pt>
                <c:pt idx="281">
                  <c:v>-0.65</c:v>
                </c:pt>
                <c:pt idx="282">
                  <c:v>-0.4</c:v>
                </c:pt>
                <c:pt idx="283">
                  <c:v>-0.72</c:v>
                </c:pt>
                <c:pt idx="284">
                  <c:v>-0.43</c:v>
                </c:pt>
                <c:pt idx="285">
                  <c:v>-0.55000000000000004</c:v>
                </c:pt>
                <c:pt idx="286">
                  <c:v>-0.37</c:v>
                </c:pt>
                <c:pt idx="287">
                  <c:v>-0.52</c:v>
                </c:pt>
                <c:pt idx="288">
                  <c:v>-0.45</c:v>
                </c:pt>
                <c:pt idx="289">
                  <c:v>-0.48</c:v>
                </c:pt>
                <c:pt idx="290">
                  <c:v>-0.78</c:v>
                </c:pt>
                <c:pt idx="291">
                  <c:v>-0.7</c:v>
                </c:pt>
                <c:pt idx="292">
                  <c:v>-0.83</c:v>
                </c:pt>
                <c:pt idx="293">
                  <c:v>-0.08</c:v>
                </c:pt>
                <c:pt idx="294">
                  <c:v>-0.69</c:v>
                </c:pt>
                <c:pt idx="295">
                  <c:v>-0.94</c:v>
                </c:pt>
                <c:pt idx="296">
                  <c:v>-0.91</c:v>
                </c:pt>
                <c:pt idx="297">
                  <c:v>-0.84</c:v>
                </c:pt>
                <c:pt idx="298">
                  <c:v>-0.84</c:v>
                </c:pt>
                <c:pt idx="299">
                  <c:v>-0.51</c:v>
                </c:pt>
                <c:pt idx="300">
                  <c:v>-0.66</c:v>
                </c:pt>
                <c:pt idx="301">
                  <c:v>-7.0000000000000007E-2</c:v>
                </c:pt>
                <c:pt idx="302">
                  <c:v>-0.71</c:v>
                </c:pt>
                <c:pt idx="303">
                  <c:v>-0.71</c:v>
                </c:pt>
                <c:pt idx="304">
                  <c:v>-0.45</c:v>
                </c:pt>
                <c:pt idx="305">
                  <c:v>-0.51</c:v>
                </c:pt>
                <c:pt idx="306">
                  <c:v>-0.02</c:v>
                </c:pt>
                <c:pt idx="307">
                  <c:v>-0.56000000000000005</c:v>
                </c:pt>
                <c:pt idx="308">
                  <c:v>-0.34</c:v>
                </c:pt>
                <c:pt idx="309">
                  <c:v>0.02</c:v>
                </c:pt>
                <c:pt idx="310">
                  <c:v>0.44</c:v>
                </c:pt>
                <c:pt idx="311">
                  <c:v>0.85</c:v>
                </c:pt>
                <c:pt idx="312">
                  <c:v>-0.6</c:v>
                </c:pt>
                <c:pt idx="313">
                  <c:v>-0.5</c:v>
                </c:pt>
                <c:pt idx="314">
                  <c:v>-0.69</c:v>
                </c:pt>
                <c:pt idx="315">
                  <c:v>-0.77</c:v>
                </c:pt>
                <c:pt idx="316">
                  <c:v>-0.49</c:v>
                </c:pt>
                <c:pt idx="317">
                  <c:v>-0.32</c:v>
                </c:pt>
                <c:pt idx="318">
                  <c:v>-0.51</c:v>
                </c:pt>
                <c:pt idx="319">
                  <c:v>-0.72</c:v>
                </c:pt>
                <c:pt idx="320">
                  <c:v>-0.59</c:v>
                </c:pt>
                <c:pt idx="321">
                  <c:v>-0.67</c:v>
                </c:pt>
                <c:pt idx="322">
                  <c:v>-0.11</c:v>
                </c:pt>
                <c:pt idx="323">
                  <c:v>-0.32</c:v>
                </c:pt>
                <c:pt idx="324">
                  <c:v>-0.71</c:v>
                </c:pt>
                <c:pt idx="325">
                  <c:v>-0.22</c:v>
                </c:pt>
                <c:pt idx="326">
                  <c:v>-0.09</c:v>
                </c:pt>
                <c:pt idx="327">
                  <c:v>-0.86</c:v>
                </c:pt>
                <c:pt idx="328">
                  <c:v>-0.65</c:v>
                </c:pt>
                <c:pt idx="329">
                  <c:v>-0.37</c:v>
                </c:pt>
                <c:pt idx="330">
                  <c:v>-0.56000000000000005</c:v>
                </c:pt>
                <c:pt idx="331">
                  <c:v>-0.61</c:v>
                </c:pt>
                <c:pt idx="332">
                  <c:v>-0.9</c:v>
                </c:pt>
                <c:pt idx="333">
                  <c:v>-0.82</c:v>
                </c:pt>
                <c:pt idx="334">
                  <c:v>-0.72</c:v>
                </c:pt>
                <c:pt idx="335">
                  <c:v>-0.64</c:v>
                </c:pt>
                <c:pt idx="336">
                  <c:v>-0.74</c:v>
                </c:pt>
                <c:pt idx="337">
                  <c:v>-0.56999999999999995</c:v>
                </c:pt>
                <c:pt idx="338">
                  <c:v>-0.15</c:v>
                </c:pt>
                <c:pt idx="339">
                  <c:v>-0.73</c:v>
                </c:pt>
                <c:pt idx="340">
                  <c:v>-0.9</c:v>
                </c:pt>
                <c:pt idx="341">
                  <c:v>-0.2</c:v>
                </c:pt>
                <c:pt idx="342">
                  <c:v>-0.28000000000000003</c:v>
                </c:pt>
                <c:pt idx="343">
                  <c:v>-0.56000000000000005</c:v>
                </c:pt>
                <c:pt idx="344">
                  <c:v>-0.92</c:v>
                </c:pt>
                <c:pt idx="345">
                  <c:v>-0.66</c:v>
                </c:pt>
                <c:pt idx="346">
                  <c:v>-0.89</c:v>
                </c:pt>
                <c:pt idx="347">
                  <c:v>-0.67</c:v>
                </c:pt>
                <c:pt idx="348">
                  <c:v>-0.82</c:v>
                </c:pt>
                <c:pt idx="349">
                  <c:v>-0.09</c:v>
                </c:pt>
                <c:pt idx="350">
                  <c:v>-0.13</c:v>
                </c:pt>
                <c:pt idx="351">
                  <c:v>-0.8</c:v>
                </c:pt>
                <c:pt idx="352">
                  <c:v>-0.73</c:v>
                </c:pt>
                <c:pt idx="353">
                  <c:v>-0.72</c:v>
                </c:pt>
                <c:pt idx="354">
                  <c:v>-0.77</c:v>
                </c:pt>
                <c:pt idx="355">
                  <c:v>-0.77</c:v>
                </c:pt>
                <c:pt idx="356">
                  <c:v>-0.68</c:v>
                </c:pt>
                <c:pt idx="357">
                  <c:v>-0.4</c:v>
                </c:pt>
                <c:pt idx="358">
                  <c:v>-0.49</c:v>
                </c:pt>
                <c:pt idx="359">
                  <c:v>0.35</c:v>
                </c:pt>
                <c:pt idx="360">
                  <c:v>-0.73</c:v>
                </c:pt>
                <c:pt idx="361">
                  <c:v>1.68</c:v>
                </c:pt>
                <c:pt idx="362">
                  <c:v>-0.63</c:v>
                </c:pt>
                <c:pt idx="363">
                  <c:v>-0.94</c:v>
                </c:pt>
                <c:pt idx="364">
                  <c:v>-0.86</c:v>
                </c:pt>
                <c:pt idx="365">
                  <c:v>-0.86</c:v>
                </c:pt>
                <c:pt idx="366">
                  <c:v>-0.81</c:v>
                </c:pt>
                <c:pt idx="367">
                  <c:v>-0.87</c:v>
                </c:pt>
                <c:pt idx="368">
                  <c:v>-0.87</c:v>
                </c:pt>
                <c:pt idx="369">
                  <c:v>-0.82</c:v>
                </c:pt>
                <c:pt idx="370">
                  <c:v>-0.81</c:v>
                </c:pt>
                <c:pt idx="371">
                  <c:v>-0.54</c:v>
                </c:pt>
                <c:pt idx="372">
                  <c:v>-0.83</c:v>
                </c:pt>
                <c:pt idx="373">
                  <c:v>-0.34</c:v>
                </c:pt>
                <c:pt idx="374">
                  <c:v>-0.49</c:v>
                </c:pt>
                <c:pt idx="375">
                  <c:v>-0.13</c:v>
                </c:pt>
                <c:pt idx="376">
                  <c:v>-0.15</c:v>
                </c:pt>
                <c:pt idx="377">
                  <c:v>-0.25</c:v>
                </c:pt>
                <c:pt idx="378">
                  <c:v>-0.55000000000000004</c:v>
                </c:pt>
                <c:pt idx="379">
                  <c:v>-0.15</c:v>
                </c:pt>
                <c:pt idx="380">
                  <c:v>-0.44</c:v>
                </c:pt>
                <c:pt idx="381">
                  <c:v>-0.15</c:v>
                </c:pt>
                <c:pt idx="382">
                  <c:v>-0.4</c:v>
                </c:pt>
                <c:pt idx="383">
                  <c:v>-0.41</c:v>
                </c:pt>
                <c:pt idx="384">
                  <c:v>0.33</c:v>
                </c:pt>
                <c:pt idx="385">
                  <c:v>0.51</c:v>
                </c:pt>
                <c:pt idx="386">
                  <c:v>2.57</c:v>
                </c:pt>
                <c:pt idx="387">
                  <c:v>3.84</c:v>
                </c:pt>
                <c:pt idx="388">
                  <c:v>-0.34</c:v>
                </c:pt>
                <c:pt idx="389">
                  <c:v>0.77</c:v>
                </c:pt>
                <c:pt idx="390">
                  <c:v>-0.23</c:v>
                </c:pt>
                <c:pt idx="391">
                  <c:v>-0.54</c:v>
                </c:pt>
                <c:pt idx="392">
                  <c:v>-0.23</c:v>
                </c:pt>
                <c:pt idx="393">
                  <c:v>-0.15</c:v>
                </c:pt>
                <c:pt idx="394">
                  <c:v>-0.23</c:v>
                </c:pt>
                <c:pt idx="395">
                  <c:v>-0.23</c:v>
                </c:pt>
                <c:pt idx="396">
                  <c:v>0.19</c:v>
                </c:pt>
                <c:pt idx="397">
                  <c:v>-0.28000000000000003</c:v>
                </c:pt>
                <c:pt idx="398">
                  <c:v>-0.28000000000000003</c:v>
                </c:pt>
                <c:pt idx="399">
                  <c:v>-0.67</c:v>
                </c:pt>
                <c:pt idx="400">
                  <c:v>-0.39</c:v>
                </c:pt>
                <c:pt idx="401">
                  <c:v>-0.92</c:v>
                </c:pt>
                <c:pt idx="402">
                  <c:v>-0.71</c:v>
                </c:pt>
                <c:pt idx="403">
                  <c:v>-0.32</c:v>
                </c:pt>
                <c:pt idx="404">
                  <c:v>-0.88</c:v>
                </c:pt>
                <c:pt idx="405">
                  <c:v>-0.94</c:v>
                </c:pt>
                <c:pt idx="406">
                  <c:v>-0.88</c:v>
                </c:pt>
                <c:pt idx="407">
                  <c:v>-0.56000000000000005</c:v>
                </c:pt>
                <c:pt idx="408">
                  <c:v>-0.53</c:v>
                </c:pt>
                <c:pt idx="409">
                  <c:v>-0.16</c:v>
                </c:pt>
                <c:pt idx="410">
                  <c:v>-0.23</c:v>
                </c:pt>
                <c:pt idx="411">
                  <c:v>-0.5</c:v>
                </c:pt>
                <c:pt idx="412">
                  <c:v>-0.36</c:v>
                </c:pt>
                <c:pt idx="413">
                  <c:v>-0.77</c:v>
                </c:pt>
                <c:pt idx="414">
                  <c:v>-0.81</c:v>
                </c:pt>
                <c:pt idx="415">
                  <c:v>-0.72</c:v>
                </c:pt>
                <c:pt idx="416">
                  <c:v>-0.7</c:v>
                </c:pt>
                <c:pt idx="417">
                  <c:v>-0.42</c:v>
                </c:pt>
                <c:pt idx="418">
                  <c:v>-0.26</c:v>
                </c:pt>
                <c:pt idx="419">
                  <c:v>-0.76</c:v>
                </c:pt>
                <c:pt idx="420">
                  <c:v>-0.92</c:v>
                </c:pt>
                <c:pt idx="421">
                  <c:v>-0.73</c:v>
                </c:pt>
                <c:pt idx="422">
                  <c:v>-0.91</c:v>
                </c:pt>
                <c:pt idx="423">
                  <c:v>0.64</c:v>
                </c:pt>
                <c:pt idx="424">
                  <c:v>-0.33</c:v>
                </c:pt>
                <c:pt idx="425">
                  <c:v>-0.31</c:v>
                </c:pt>
                <c:pt idx="426">
                  <c:v>-0.56999999999999995</c:v>
                </c:pt>
                <c:pt idx="427">
                  <c:v>-0.57999999999999996</c:v>
                </c:pt>
                <c:pt idx="428">
                  <c:v>-0.5</c:v>
                </c:pt>
                <c:pt idx="429">
                  <c:v>-0.2</c:v>
                </c:pt>
                <c:pt idx="430">
                  <c:v>1.68</c:v>
                </c:pt>
                <c:pt idx="431">
                  <c:v>1.68</c:v>
                </c:pt>
                <c:pt idx="432">
                  <c:v>1.68</c:v>
                </c:pt>
                <c:pt idx="433">
                  <c:v>-0.17</c:v>
                </c:pt>
                <c:pt idx="434">
                  <c:v>6.79</c:v>
                </c:pt>
                <c:pt idx="435">
                  <c:v>1.2</c:v>
                </c:pt>
                <c:pt idx="436">
                  <c:v>0.61</c:v>
                </c:pt>
                <c:pt idx="437">
                  <c:v>1</c:v>
                </c:pt>
                <c:pt idx="438">
                  <c:v>0.61</c:v>
                </c:pt>
                <c:pt idx="439">
                  <c:v>2.67</c:v>
                </c:pt>
                <c:pt idx="440">
                  <c:v>2.67</c:v>
                </c:pt>
                <c:pt idx="441">
                  <c:v>0.86</c:v>
                </c:pt>
                <c:pt idx="442">
                  <c:v>-0.83</c:v>
                </c:pt>
                <c:pt idx="443">
                  <c:v>-0.61</c:v>
                </c:pt>
                <c:pt idx="444">
                  <c:v>-0.45</c:v>
                </c:pt>
                <c:pt idx="445">
                  <c:v>-0.55000000000000004</c:v>
                </c:pt>
                <c:pt idx="446">
                  <c:v>0.47</c:v>
                </c:pt>
                <c:pt idx="447">
                  <c:v>2.93</c:v>
                </c:pt>
                <c:pt idx="448">
                  <c:v>2</c:v>
                </c:pt>
                <c:pt idx="449">
                  <c:v>1.1000000000000001</c:v>
                </c:pt>
                <c:pt idx="450">
                  <c:v>-0.35</c:v>
                </c:pt>
                <c:pt idx="451">
                  <c:v>-0.9</c:v>
                </c:pt>
                <c:pt idx="452">
                  <c:v>0.75</c:v>
                </c:pt>
                <c:pt idx="453">
                  <c:v>0.47</c:v>
                </c:pt>
                <c:pt idx="454">
                  <c:v>1.28</c:v>
                </c:pt>
                <c:pt idx="455">
                  <c:v>1.02</c:v>
                </c:pt>
                <c:pt idx="456">
                  <c:v>1.02</c:v>
                </c:pt>
                <c:pt idx="457">
                  <c:v>1.21</c:v>
                </c:pt>
                <c:pt idx="458">
                  <c:v>-0.62</c:v>
                </c:pt>
                <c:pt idx="459">
                  <c:v>-0.48</c:v>
                </c:pt>
                <c:pt idx="460">
                  <c:v>-0.77</c:v>
                </c:pt>
                <c:pt idx="461">
                  <c:v>-0.51</c:v>
                </c:pt>
                <c:pt idx="462">
                  <c:v>-0.34</c:v>
                </c:pt>
                <c:pt idx="463">
                  <c:v>-0.46</c:v>
                </c:pt>
                <c:pt idx="464">
                  <c:v>-0.12</c:v>
                </c:pt>
                <c:pt idx="465">
                  <c:v>-0.57999999999999996</c:v>
                </c:pt>
                <c:pt idx="466">
                  <c:v>-0.28999999999999998</c:v>
                </c:pt>
                <c:pt idx="467">
                  <c:v>0.12</c:v>
                </c:pt>
                <c:pt idx="468">
                  <c:v>-0.78</c:v>
                </c:pt>
                <c:pt idx="469">
                  <c:v>-0.71</c:v>
                </c:pt>
                <c:pt idx="470">
                  <c:v>-0.55000000000000004</c:v>
                </c:pt>
                <c:pt idx="471">
                  <c:v>-0.3</c:v>
                </c:pt>
                <c:pt idx="472">
                  <c:v>0.25</c:v>
                </c:pt>
                <c:pt idx="473">
                  <c:v>-0.69</c:v>
                </c:pt>
                <c:pt idx="474">
                  <c:v>-0.31</c:v>
                </c:pt>
                <c:pt idx="475">
                  <c:v>-0.61</c:v>
                </c:pt>
                <c:pt idx="476">
                  <c:v>-0.57999999999999996</c:v>
                </c:pt>
                <c:pt idx="477">
                  <c:v>-0.57999999999999996</c:v>
                </c:pt>
                <c:pt idx="478">
                  <c:v>-0.91</c:v>
                </c:pt>
                <c:pt idx="479">
                  <c:v>0.83</c:v>
                </c:pt>
                <c:pt idx="480">
                  <c:v>0.36</c:v>
                </c:pt>
                <c:pt idx="481">
                  <c:v>-0.45</c:v>
                </c:pt>
                <c:pt idx="482">
                  <c:v>-0.8</c:v>
                </c:pt>
                <c:pt idx="483">
                  <c:v>-0.79</c:v>
                </c:pt>
                <c:pt idx="484">
                  <c:v>-0.75</c:v>
                </c:pt>
                <c:pt idx="485">
                  <c:v>-0.52</c:v>
                </c:pt>
                <c:pt idx="486">
                  <c:v>-0.38</c:v>
                </c:pt>
                <c:pt idx="487">
                  <c:v>0.05</c:v>
                </c:pt>
                <c:pt idx="488">
                  <c:v>0.64</c:v>
                </c:pt>
                <c:pt idx="489">
                  <c:v>0.42</c:v>
                </c:pt>
                <c:pt idx="490">
                  <c:v>0.42</c:v>
                </c:pt>
                <c:pt idx="491">
                  <c:v>-0.2</c:v>
                </c:pt>
                <c:pt idx="492">
                  <c:v>-0.67</c:v>
                </c:pt>
                <c:pt idx="493">
                  <c:v>-0.8</c:v>
                </c:pt>
                <c:pt idx="494">
                  <c:v>-0.51</c:v>
                </c:pt>
                <c:pt idx="495">
                  <c:v>-0.7</c:v>
                </c:pt>
                <c:pt idx="496">
                  <c:v>0.24</c:v>
                </c:pt>
                <c:pt idx="497">
                  <c:v>0.6</c:v>
                </c:pt>
                <c:pt idx="498">
                  <c:v>1.04</c:v>
                </c:pt>
                <c:pt idx="499">
                  <c:v>0.24</c:v>
                </c:pt>
                <c:pt idx="500">
                  <c:v>-0.73</c:v>
                </c:pt>
                <c:pt idx="501">
                  <c:v>1.08</c:v>
                </c:pt>
                <c:pt idx="502">
                  <c:v>1.24</c:v>
                </c:pt>
                <c:pt idx="503">
                  <c:v>-0.62</c:v>
                </c:pt>
                <c:pt idx="504">
                  <c:v>-0.27</c:v>
                </c:pt>
                <c:pt idx="505">
                  <c:v>0.61</c:v>
                </c:pt>
                <c:pt idx="506">
                  <c:v>0.08</c:v>
                </c:pt>
                <c:pt idx="507">
                  <c:v>0.16</c:v>
                </c:pt>
                <c:pt idx="508">
                  <c:v>0.94</c:v>
                </c:pt>
                <c:pt idx="509">
                  <c:v>0.22</c:v>
                </c:pt>
                <c:pt idx="510">
                  <c:v>-0.15</c:v>
                </c:pt>
                <c:pt idx="511">
                  <c:v>0.95</c:v>
                </c:pt>
                <c:pt idx="512">
                  <c:v>0.95</c:v>
                </c:pt>
                <c:pt idx="513">
                  <c:v>-0.05</c:v>
                </c:pt>
                <c:pt idx="514">
                  <c:v>2.19</c:v>
                </c:pt>
                <c:pt idx="515">
                  <c:v>-0.17</c:v>
                </c:pt>
                <c:pt idx="516">
                  <c:v>-0.35</c:v>
                </c:pt>
                <c:pt idx="517">
                  <c:v>0.1</c:v>
                </c:pt>
                <c:pt idx="518">
                  <c:v>1.01</c:v>
                </c:pt>
                <c:pt idx="519">
                  <c:v>1.89</c:v>
                </c:pt>
                <c:pt idx="520">
                  <c:v>-0.06</c:v>
                </c:pt>
                <c:pt idx="521">
                  <c:v>0.24</c:v>
                </c:pt>
                <c:pt idx="522">
                  <c:v>-0.51</c:v>
                </c:pt>
                <c:pt idx="523">
                  <c:v>1.1499999999999999</c:v>
                </c:pt>
                <c:pt idx="524">
                  <c:v>3.4</c:v>
                </c:pt>
                <c:pt idx="525">
                  <c:v>-0.47</c:v>
                </c:pt>
                <c:pt idx="526">
                  <c:v>-0.47</c:v>
                </c:pt>
                <c:pt idx="527">
                  <c:v>0.89</c:v>
                </c:pt>
                <c:pt idx="528">
                  <c:v>0.23</c:v>
                </c:pt>
                <c:pt idx="529">
                  <c:v>-0.16</c:v>
                </c:pt>
                <c:pt idx="530">
                  <c:v>1.44</c:v>
                </c:pt>
                <c:pt idx="531">
                  <c:v>1.44</c:v>
                </c:pt>
                <c:pt idx="532">
                  <c:v>-0.26</c:v>
                </c:pt>
                <c:pt idx="533">
                  <c:v>-0.8</c:v>
                </c:pt>
                <c:pt idx="534">
                  <c:v>-0.15</c:v>
                </c:pt>
                <c:pt idx="535">
                  <c:v>0.46</c:v>
                </c:pt>
                <c:pt idx="536">
                  <c:v>-0.7</c:v>
                </c:pt>
                <c:pt idx="537">
                  <c:v>-0.71</c:v>
                </c:pt>
                <c:pt idx="538">
                  <c:v>-0.94</c:v>
                </c:pt>
                <c:pt idx="539">
                  <c:v>-0.53</c:v>
                </c:pt>
                <c:pt idx="540">
                  <c:v>-0.08</c:v>
                </c:pt>
                <c:pt idx="541">
                  <c:v>0.46</c:v>
                </c:pt>
                <c:pt idx="542">
                  <c:v>-0.1</c:v>
                </c:pt>
                <c:pt idx="543">
                  <c:v>-0.56000000000000005</c:v>
                </c:pt>
                <c:pt idx="544">
                  <c:v>-0.45</c:v>
                </c:pt>
                <c:pt idx="545">
                  <c:v>-0.8</c:v>
                </c:pt>
                <c:pt idx="546">
                  <c:v>-0.78</c:v>
                </c:pt>
                <c:pt idx="547">
                  <c:v>-0.01</c:v>
                </c:pt>
                <c:pt idx="548">
                  <c:v>-0.26</c:v>
                </c:pt>
                <c:pt idx="549">
                  <c:v>0.94</c:v>
                </c:pt>
                <c:pt idx="550">
                  <c:v>-0.67</c:v>
                </c:pt>
                <c:pt idx="551">
                  <c:v>-0.91</c:v>
                </c:pt>
                <c:pt idx="552">
                  <c:v>-0.63</c:v>
                </c:pt>
                <c:pt idx="553">
                  <c:v>-0.77</c:v>
                </c:pt>
                <c:pt idx="554">
                  <c:v>-0.64</c:v>
                </c:pt>
                <c:pt idx="555">
                  <c:v>-0.78</c:v>
                </c:pt>
                <c:pt idx="556">
                  <c:v>1.51</c:v>
                </c:pt>
                <c:pt idx="557">
                  <c:v>0.37</c:v>
                </c:pt>
                <c:pt idx="558">
                  <c:v>0.91</c:v>
                </c:pt>
                <c:pt idx="559">
                  <c:v>-0.28000000000000003</c:v>
                </c:pt>
                <c:pt idx="560">
                  <c:v>-0.8</c:v>
                </c:pt>
                <c:pt idx="561">
                  <c:v>0.37</c:v>
                </c:pt>
                <c:pt idx="562">
                  <c:v>-0.69</c:v>
                </c:pt>
                <c:pt idx="563">
                  <c:v>-0.46</c:v>
                </c:pt>
                <c:pt idx="564">
                  <c:v>-0.7</c:v>
                </c:pt>
                <c:pt idx="565">
                  <c:v>0.13</c:v>
                </c:pt>
                <c:pt idx="566">
                  <c:v>5.23</c:v>
                </c:pt>
                <c:pt idx="567">
                  <c:v>0.13</c:v>
                </c:pt>
                <c:pt idx="568">
                  <c:v>0.06</c:v>
                </c:pt>
                <c:pt idx="569">
                  <c:v>0.09</c:v>
                </c:pt>
                <c:pt idx="570">
                  <c:v>0.23</c:v>
                </c:pt>
                <c:pt idx="571">
                  <c:v>-0.09</c:v>
                </c:pt>
                <c:pt idx="572">
                  <c:v>0.03</c:v>
                </c:pt>
                <c:pt idx="573">
                  <c:v>-0.97</c:v>
                </c:pt>
                <c:pt idx="574">
                  <c:v>-0.96</c:v>
                </c:pt>
                <c:pt idx="575">
                  <c:v>-0.96</c:v>
                </c:pt>
                <c:pt idx="576">
                  <c:v>-0.38</c:v>
                </c:pt>
                <c:pt idx="577">
                  <c:v>-0.33</c:v>
                </c:pt>
                <c:pt idx="578">
                  <c:v>-0.72</c:v>
                </c:pt>
                <c:pt idx="579">
                  <c:v>-0.54</c:v>
                </c:pt>
                <c:pt idx="580">
                  <c:v>0.3</c:v>
                </c:pt>
                <c:pt idx="581">
                  <c:v>0.01</c:v>
                </c:pt>
                <c:pt idx="582">
                  <c:v>-0.3</c:v>
                </c:pt>
                <c:pt idx="583">
                  <c:v>-0.3</c:v>
                </c:pt>
                <c:pt idx="584">
                  <c:v>-0.55000000000000004</c:v>
                </c:pt>
                <c:pt idx="585">
                  <c:v>-0.26</c:v>
                </c:pt>
                <c:pt idx="586">
                  <c:v>-0.54</c:v>
                </c:pt>
                <c:pt idx="587">
                  <c:v>-0.17</c:v>
                </c:pt>
                <c:pt idx="588">
                  <c:v>-0.52</c:v>
                </c:pt>
                <c:pt idx="589">
                  <c:v>-0.3</c:v>
                </c:pt>
                <c:pt idx="590">
                  <c:v>-0.56999999999999995</c:v>
                </c:pt>
                <c:pt idx="591">
                  <c:v>-0.56000000000000005</c:v>
                </c:pt>
                <c:pt idx="592">
                  <c:v>0.94</c:v>
                </c:pt>
                <c:pt idx="593">
                  <c:v>1.1499999999999999</c:v>
                </c:pt>
                <c:pt idx="594">
                  <c:v>0.88</c:v>
                </c:pt>
                <c:pt idx="595">
                  <c:v>1.1499999999999999</c:v>
                </c:pt>
                <c:pt idx="596">
                  <c:v>0.33</c:v>
                </c:pt>
                <c:pt idx="597">
                  <c:v>0.84</c:v>
                </c:pt>
                <c:pt idx="598">
                  <c:v>0.91</c:v>
                </c:pt>
                <c:pt idx="599">
                  <c:v>-0.47</c:v>
                </c:pt>
                <c:pt idx="600">
                  <c:v>-0.48</c:v>
                </c:pt>
                <c:pt idx="601">
                  <c:v>5.83</c:v>
                </c:pt>
                <c:pt idx="602">
                  <c:v>-0.2</c:v>
                </c:pt>
                <c:pt idx="603">
                  <c:v>-0.61</c:v>
                </c:pt>
                <c:pt idx="604">
                  <c:v>-0.27</c:v>
                </c:pt>
                <c:pt idx="605">
                  <c:v>-0.15</c:v>
                </c:pt>
                <c:pt idx="606">
                  <c:v>-0.51</c:v>
                </c:pt>
                <c:pt idx="607">
                  <c:v>0.11</c:v>
                </c:pt>
                <c:pt idx="608">
                  <c:v>-0.17</c:v>
                </c:pt>
                <c:pt idx="609">
                  <c:v>-0.49</c:v>
                </c:pt>
                <c:pt idx="610">
                  <c:v>0.43</c:v>
                </c:pt>
                <c:pt idx="611">
                  <c:v>-0.45</c:v>
                </c:pt>
                <c:pt idx="612">
                  <c:v>-0.53</c:v>
                </c:pt>
                <c:pt idx="613">
                  <c:v>0.91</c:v>
                </c:pt>
                <c:pt idx="614">
                  <c:v>0.14000000000000001</c:v>
                </c:pt>
                <c:pt idx="615">
                  <c:v>0.14000000000000001</c:v>
                </c:pt>
                <c:pt idx="616">
                  <c:v>2.23</c:v>
                </c:pt>
                <c:pt idx="617">
                  <c:v>3.29</c:v>
                </c:pt>
                <c:pt idx="618">
                  <c:v>3</c:v>
                </c:pt>
                <c:pt idx="619">
                  <c:v>0.6</c:v>
                </c:pt>
                <c:pt idx="620">
                  <c:v>0.64</c:v>
                </c:pt>
                <c:pt idx="621">
                  <c:v>-0.66</c:v>
                </c:pt>
                <c:pt idx="622">
                  <c:v>1.02</c:v>
                </c:pt>
                <c:pt idx="623">
                  <c:v>0.51</c:v>
                </c:pt>
                <c:pt idx="624">
                  <c:v>1.55</c:v>
                </c:pt>
                <c:pt idx="625">
                  <c:v>0.56999999999999995</c:v>
                </c:pt>
                <c:pt idx="626">
                  <c:v>-0.49</c:v>
                </c:pt>
                <c:pt idx="627">
                  <c:v>-0.17</c:v>
                </c:pt>
                <c:pt idx="628">
                  <c:v>-0.54</c:v>
                </c:pt>
                <c:pt idx="629">
                  <c:v>0.25</c:v>
                </c:pt>
                <c:pt idx="630">
                  <c:v>-0.86</c:v>
                </c:pt>
                <c:pt idx="631">
                  <c:v>-0.61</c:v>
                </c:pt>
                <c:pt idx="632">
                  <c:v>-0.71</c:v>
                </c:pt>
                <c:pt idx="633">
                  <c:v>-0.08</c:v>
                </c:pt>
                <c:pt idx="634">
                  <c:v>-0.68</c:v>
                </c:pt>
                <c:pt idx="635">
                  <c:v>-0.57999999999999996</c:v>
                </c:pt>
                <c:pt idx="636">
                  <c:v>0.89</c:v>
                </c:pt>
                <c:pt idx="637">
                  <c:v>1.44</c:v>
                </c:pt>
                <c:pt idx="638">
                  <c:v>1.35</c:v>
                </c:pt>
                <c:pt idx="639">
                  <c:v>-0.52</c:v>
                </c:pt>
                <c:pt idx="640">
                  <c:v>0.6</c:v>
                </c:pt>
                <c:pt idx="641">
                  <c:v>1.45</c:v>
                </c:pt>
                <c:pt idx="642">
                  <c:v>-0.86</c:v>
                </c:pt>
                <c:pt idx="643">
                  <c:v>-0.77</c:v>
                </c:pt>
                <c:pt idx="644">
                  <c:v>-0.38</c:v>
                </c:pt>
                <c:pt idx="645">
                  <c:v>0.24</c:v>
                </c:pt>
                <c:pt idx="646">
                  <c:v>-0.83</c:v>
                </c:pt>
                <c:pt idx="647">
                  <c:v>-0.68</c:v>
                </c:pt>
                <c:pt idx="648">
                  <c:v>-0.28000000000000003</c:v>
                </c:pt>
                <c:pt idx="649">
                  <c:v>-0.71</c:v>
                </c:pt>
                <c:pt idx="650">
                  <c:v>-0.68</c:v>
                </c:pt>
                <c:pt idx="651">
                  <c:v>-0.08</c:v>
                </c:pt>
                <c:pt idx="652">
                  <c:v>-0.7</c:v>
                </c:pt>
                <c:pt idx="653">
                  <c:v>0.18</c:v>
                </c:pt>
                <c:pt idx="654">
                  <c:v>0.32</c:v>
                </c:pt>
                <c:pt idx="655">
                  <c:v>0.04</c:v>
                </c:pt>
                <c:pt idx="656">
                  <c:v>0.1</c:v>
                </c:pt>
                <c:pt idx="657">
                  <c:v>1.56</c:v>
                </c:pt>
                <c:pt idx="658">
                  <c:v>1.1100000000000001</c:v>
                </c:pt>
                <c:pt idx="659">
                  <c:v>0.51</c:v>
                </c:pt>
                <c:pt idx="660">
                  <c:v>0.26</c:v>
                </c:pt>
                <c:pt idx="661">
                  <c:v>3.77</c:v>
                </c:pt>
                <c:pt idx="662">
                  <c:v>-0.79</c:v>
                </c:pt>
                <c:pt idx="663">
                  <c:v>-0.79</c:v>
                </c:pt>
                <c:pt idx="664">
                  <c:v>-0.98</c:v>
                </c:pt>
                <c:pt idx="665">
                  <c:v>0.51</c:v>
                </c:pt>
                <c:pt idx="666">
                  <c:v>2.69</c:v>
                </c:pt>
                <c:pt idx="667">
                  <c:v>3.09</c:v>
                </c:pt>
                <c:pt idx="668">
                  <c:v>-0.04</c:v>
                </c:pt>
                <c:pt idx="669">
                  <c:v>-0.43</c:v>
                </c:pt>
                <c:pt idx="670">
                  <c:v>-0.25</c:v>
                </c:pt>
                <c:pt idx="671">
                  <c:v>-0.25</c:v>
                </c:pt>
                <c:pt idx="672">
                  <c:v>3.04</c:v>
                </c:pt>
                <c:pt idx="673">
                  <c:v>3.26</c:v>
                </c:pt>
                <c:pt idx="674">
                  <c:v>2.4500000000000002</c:v>
                </c:pt>
                <c:pt idx="675">
                  <c:v>3.04</c:v>
                </c:pt>
                <c:pt idx="676">
                  <c:v>3.26</c:v>
                </c:pt>
                <c:pt idx="677">
                  <c:v>-0.31</c:v>
                </c:pt>
                <c:pt idx="678">
                  <c:v>-0.21</c:v>
                </c:pt>
                <c:pt idx="679">
                  <c:v>-0.2</c:v>
                </c:pt>
                <c:pt idx="680">
                  <c:v>-0.43</c:v>
                </c:pt>
                <c:pt idx="681">
                  <c:v>-0.43</c:v>
                </c:pt>
                <c:pt idx="682">
                  <c:v>0.3</c:v>
                </c:pt>
                <c:pt idx="683">
                  <c:v>-0.84</c:v>
                </c:pt>
                <c:pt idx="684">
                  <c:v>0.51</c:v>
                </c:pt>
                <c:pt idx="685">
                  <c:v>-0.79</c:v>
                </c:pt>
                <c:pt idx="686">
                  <c:v>1.68</c:v>
                </c:pt>
                <c:pt idx="687">
                  <c:v>0.31</c:v>
                </c:pt>
                <c:pt idx="688">
                  <c:v>-0.15</c:v>
                </c:pt>
                <c:pt idx="689">
                  <c:v>-0.35</c:v>
                </c:pt>
                <c:pt idx="690">
                  <c:v>-0.13</c:v>
                </c:pt>
                <c:pt idx="691">
                  <c:v>1.46</c:v>
                </c:pt>
                <c:pt idx="692">
                  <c:v>-0.11</c:v>
                </c:pt>
                <c:pt idx="693">
                  <c:v>-0.1</c:v>
                </c:pt>
                <c:pt idx="694">
                  <c:v>0.44</c:v>
                </c:pt>
                <c:pt idx="695">
                  <c:v>1.33</c:v>
                </c:pt>
                <c:pt idx="696">
                  <c:v>0.36</c:v>
                </c:pt>
                <c:pt idx="697">
                  <c:v>0.28999999999999998</c:v>
                </c:pt>
                <c:pt idx="698">
                  <c:v>-0.68</c:v>
                </c:pt>
                <c:pt idx="699">
                  <c:v>-0.48</c:v>
                </c:pt>
                <c:pt idx="700">
                  <c:v>-0.28000000000000003</c:v>
                </c:pt>
                <c:pt idx="701">
                  <c:v>0.03</c:v>
                </c:pt>
                <c:pt idx="702">
                  <c:v>-0.61</c:v>
                </c:pt>
                <c:pt idx="703">
                  <c:v>-0.81</c:v>
                </c:pt>
                <c:pt idx="704">
                  <c:v>-0.68</c:v>
                </c:pt>
                <c:pt idx="705">
                  <c:v>0.69</c:v>
                </c:pt>
                <c:pt idx="706">
                  <c:v>0.11</c:v>
                </c:pt>
                <c:pt idx="707">
                  <c:v>0.37</c:v>
                </c:pt>
                <c:pt idx="708">
                  <c:v>0.04</c:v>
                </c:pt>
                <c:pt idx="709">
                  <c:v>0.36</c:v>
                </c:pt>
                <c:pt idx="710">
                  <c:v>0.01</c:v>
                </c:pt>
                <c:pt idx="711">
                  <c:v>0.21</c:v>
                </c:pt>
                <c:pt idx="712">
                  <c:v>0.55000000000000004</c:v>
                </c:pt>
                <c:pt idx="713">
                  <c:v>0.76</c:v>
                </c:pt>
                <c:pt idx="714">
                  <c:v>-0.35</c:v>
                </c:pt>
                <c:pt idx="715">
                  <c:v>0.67</c:v>
                </c:pt>
                <c:pt idx="716">
                  <c:v>0.13</c:v>
                </c:pt>
                <c:pt idx="717">
                  <c:v>-0.16</c:v>
                </c:pt>
                <c:pt idx="718">
                  <c:v>0.6</c:v>
                </c:pt>
                <c:pt idx="719">
                  <c:v>-0.61</c:v>
                </c:pt>
                <c:pt idx="720">
                  <c:v>0.53</c:v>
                </c:pt>
                <c:pt idx="721">
                  <c:v>0.53</c:v>
                </c:pt>
                <c:pt idx="722">
                  <c:v>0.53</c:v>
                </c:pt>
                <c:pt idx="723">
                  <c:v>0.36</c:v>
                </c:pt>
                <c:pt idx="724">
                  <c:v>-0.38</c:v>
                </c:pt>
                <c:pt idx="725">
                  <c:v>0.68</c:v>
                </c:pt>
                <c:pt idx="726">
                  <c:v>0.65</c:v>
                </c:pt>
                <c:pt idx="727">
                  <c:v>-0.48</c:v>
                </c:pt>
                <c:pt idx="728">
                  <c:v>-0.87</c:v>
                </c:pt>
                <c:pt idx="729">
                  <c:v>-0.17</c:v>
                </c:pt>
                <c:pt idx="730">
                  <c:v>1.35</c:v>
                </c:pt>
                <c:pt idx="731">
                  <c:v>0.83</c:v>
                </c:pt>
                <c:pt idx="732">
                  <c:v>-0.2</c:v>
                </c:pt>
                <c:pt idx="733">
                  <c:v>-0.57999999999999996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0F1-409C-AADB-C0DA99CE07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75397759"/>
        <c:axId val="275401599"/>
      </c:scatterChart>
      <c:valAx>
        <c:axId val="275397759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75401599"/>
        <c:crosses val="autoZero"/>
        <c:crossBetween val="midCat"/>
      </c:valAx>
      <c:valAx>
        <c:axId val="2754015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75397759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0294225633301777"/>
          <c:y val="5.7738280276541036E-2"/>
          <c:w val="0.10396442893407686"/>
          <c:h val="6.882503461901104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427842-99F9-41A0-BF66-FE8AB30BBB39}" type="doc">
      <dgm:prSet loTypeId="urn:microsoft.com/office/officeart/2005/8/layout/hList6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fr-FR"/>
        </a:p>
      </dgm:t>
    </dgm:pt>
    <dgm:pt modelId="{670AA825-0D20-4619-9A60-F9F2ED48C17E}">
      <dgm:prSet phldrT="[Texte]" custT="1"/>
      <dgm:spPr>
        <a:solidFill>
          <a:srgbClr val="AD283B"/>
        </a:solidFill>
      </dgm:spPr>
      <dgm:t>
        <a:bodyPr/>
        <a:lstStyle/>
        <a:p>
          <a:r>
            <a:rPr lang="fr-FR" sz="2000" b="1" dirty="0" err="1"/>
            <a:t>Erp</a:t>
          </a:r>
          <a:endParaRPr lang="fr-FR" sz="2000" b="1" dirty="0"/>
        </a:p>
      </dgm:t>
    </dgm:pt>
    <dgm:pt modelId="{742DA5D5-64C7-487D-AA1F-EC3459D203A0}" type="parTrans" cxnId="{D022E265-CE15-42DA-B619-164B0237705F}">
      <dgm:prSet/>
      <dgm:spPr/>
      <dgm:t>
        <a:bodyPr/>
        <a:lstStyle/>
        <a:p>
          <a:endParaRPr lang="fr-FR"/>
        </a:p>
      </dgm:t>
    </dgm:pt>
    <dgm:pt modelId="{09826AAB-2066-4AA6-86F3-158CC5394587}" type="sibTrans" cxnId="{D022E265-CE15-42DA-B619-164B0237705F}">
      <dgm:prSet/>
      <dgm:spPr/>
      <dgm:t>
        <a:bodyPr/>
        <a:lstStyle/>
        <a:p>
          <a:endParaRPr lang="fr-FR"/>
        </a:p>
      </dgm:t>
    </dgm:pt>
    <dgm:pt modelId="{A6AF7F17-E2C6-450E-B09F-8E505F16933C}">
      <dgm:prSet phldrT="[Texte]"/>
      <dgm:spPr>
        <a:solidFill>
          <a:srgbClr val="AD283B"/>
        </a:solidFill>
      </dgm:spPr>
      <dgm:t>
        <a:bodyPr/>
        <a:lstStyle/>
        <a:p>
          <a:r>
            <a:rPr lang="fr-FR" sz="1400" dirty="0"/>
            <a:t>(825;6)</a:t>
          </a:r>
        </a:p>
      </dgm:t>
    </dgm:pt>
    <dgm:pt modelId="{3EAF3BA4-FA16-4881-B206-BF7BF3FDB868}" type="parTrans" cxnId="{8CB36F02-072C-4EA0-83A2-7B6D842B174F}">
      <dgm:prSet/>
      <dgm:spPr/>
      <dgm:t>
        <a:bodyPr/>
        <a:lstStyle/>
        <a:p>
          <a:endParaRPr lang="fr-FR"/>
        </a:p>
      </dgm:t>
    </dgm:pt>
    <dgm:pt modelId="{7218894A-B223-4231-A4A6-1B15A923B838}" type="sibTrans" cxnId="{8CB36F02-072C-4EA0-83A2-7B6D842B174F}">
      <dgm:prSet/>
      <dgm:spPr/>
      <dgm:t>
        <a:bodyPr/>
        <a:lstStyle/>
        <a:p>
          <a:endParaRPr lang="fr-FR"/>
        </a:p>
      </dgm:t>
    </dgm:pt>
    <dgm:pt modelId="{89EEBA8A-9E66-41CD-A800-7B0D78C8EFB4}">
      <dgm:prSet phldrT="[Texte]"/>
      <dgm:spPr>
        <a:solidFill>
          <a:srgbClr val="AD283B"/>
        </a:solidFill>
      </dgm:spPr>
      <dgm:t>
        <a:bodyPr/>
        <a:lstStyle/>
        <a:p>
          <a:r>
            <a:rPr lang="fr-FR" sz="1400" dirty="0" err="1"/>
            <a:t>Product_id</a:t>
          </a:r>
          <a:endParaRPr lang="fr-FR" sz="1400" dirty="0"/>
        </a:p>
      </dgm:t>
    </dgm:pt>
    <dgm:pt modelId="{C271AEC1-1F10-4F83-B926-DFBE7E9F58B5}" type="parTrans" cxnId="{3E677DED-529B-4C39-94DA-8E82E38BDDD5}">
      <dgm:prSet/>
      <dgm:spPr/>
      <dgm:t>
        <a:bodyPr/>
        <a:lstStyle/>
        <a:p>
          <a:endParaRPr lang="fr-FR"/>
        </a:p>
      </dgm:t>
    </dgm:pt>
    <dgm:pt modelId="{944A9C60-1F24-4EBF-87B1-6D0588268E11}" type="sibTrans" cxnId="{3E677DED-529B-4C39-94DA-8E82E38BDDD5}">
      <dgm:prSet/>
      <dgm:spPr/>
      <dgm:t>
        <a:bodyPr/>
        <a:lstStyle/>
        <a:p>
          <a:endParaRPr lang="fr-FR"/>
        </a:p>
      </dgm:t>
    </dgm:pt>
    <dgm:pt modelId="{13E5C9F4-FB62-460C-8D03-FFA029CB722F}">
      <dgm:prSet phldrT="[Texte]"/>
      <dgm:spPr>
        <a:solidFill>
          <a:srgbClr val="AD283B"/>
        </a:solidFill>
      </dgm:spPr>
      <dgm:t>
        <a:bodyPr/>
        <a:lstStyle/>
        <a:p>
          <a:endParaRPr lang="fr-FR" sz="1400" dirty="0"/>
        </a:p>
      </dgm:t>
    </dgm:pt>
    <dgm:pt modelId="{5316E0DA-3A48-4BCB-8B77-B5047B19119C}" type="parTrans" cxnId="{2CE850D5-A70B-4A8F-9720-949CDBC68BAA}">
      <dgm:prSet/>
      <dgm:spPr/>
      <dgm:t>
        <a:bodyPr/>
        <a:lstStyle/>
        <a:p>
          <a:endParaRPr lang="fr-FR"/>
        </a:p>
      </dgm:t>
    </dgm:pt>
    <dgm:pt modelId="{18ED4108-CCD0-4157-BBF1-7166767F408F}" type="sibTrans" cxnId="{2CE850D5-A70B-4A8F-9720-949CDBC68BAA}">
      <dgm:prSet/>
      <dgm:spPr/>
      <dgm:t>
        <a:bodyPr/>
        <a:lstStyle/>
        <a:p>
          <a:endParaRPr lang="fr-FR"/>
        </a:p>
      </dgm:t>
    </dgm:pt>
    <dgm:pt modelId="{7C80E7BE-6459-4662-BB13-95DDB90FA761}">
      <dgm:prSet phldrT="[Texte]"/>
      <dgm:spPr>
        <a:solidFill>
          <a:srgbClr val="AD283B"/>
        </a:solidFill>
      </dgm:spPr>
      <dgm:t>
        <a:bodyPr/>
        <a:lstStyle/>
        <a:p>
          <a:r>
            <a:rPr lang="fr-FR" sz="1400" dirty="0"/>
            <a:t>Price</a:t>
          </a:r>
        </a:p>
      </dgm:t>
    </dgm:pt>
    <dgm:pt modelId="{0A957682-2766-4D8D-AF1D-2D431620B960}" type="parTrans" cxnId="{38E6858F-4651-4124-8884-82B0B320BA55}">
      <dgm:prSet/>
      <dgm:spPr/>
      <dgm:t>
        <a:bodyPr/>
        <a:lstStyle/>
        <a:p>
          <a:endParaRPr lang="fr-FR"/>
        </a:p>
      </dgm:t>
    </dgm:pt>
    <dgm:pt modelId="{43969025-D28C-47EC-AA04-751BF05AE8A5}" type="sibTrans" cxnId="{38E6858F-4651-4124-8884-82B0B320BA55}">
      <dgm:prSet/>
      <dgm:spPr/>
      <dgm:t>
        <a:bodyPr/>
        <a:lstStyle/>
        <a:p>
          <a:endParaRPr lang="fr-FR"/>
        </a:p>
      </dgm:t>
    </dgm:pt>
    <dgm:pt modelId="{2E39AFF1-F324-44F5-A900-2963AF5E7910}">
      <dgm:prSet phldrT="[Texte]"/>
      <dgm:spPr>
        <a:solidFill>
          <a:srgbClr val="AD283B"/>
        </a:solidFill>
      </dgm:spPr>
      <dgm:t>
        <a:bodyPr/>
        <a:lstStyle/>
        <a:p>
          <a:r>
            <a:rPr lang="fr-FR" sz="1400" dirty="0" err="1"/>
            <a:t>Stock_quantity</a:t>
          </a:r>
          <a:endParaRPr lang="fr-FR" sz="1400" dirty="0"/>
        </a:p>
      </dgm:t>
    </dgm:pt>
    <dgm:pt modelId="{40A16B81-7325-47F9-A9E0-89D8E78FCB57}" type="parTrans" cxnId="{B91E4BC3-A9D3-491A-BE42-F3F4AF2D4895}">
      <dgm:prSet/>
      <dgm:spPr/>
      <dgm:t>
        <a:bodyPr/>
        <a:lstStyle/>
        <a:p>
          <a:endParaRPr lang="fr-FR"/>
        </a:p>
      </dgm:t>
    </dgm:pt>
    <dgm:pt modelId="{A1825C99-D88C-4B1F-8A3D-E39C82C1B795}" type="sibTrans" cxnId="{B91E4BC3-A9D3-491A-BE42-F3F4AF2D4895}">
      <dgm:prSet/>
      <dgm:spPr/>
      <dgm:t>
        <a:bodyPr/>
        <a:lstStyle/>
        <a:p>
          <a:endParaRPr lang="fr-FR"/>
        </a:p>
      </dgm:t>
    </dgm:pt>
    <dgm:pt modelId="{54196762-9160-4E02-A349-E552EB8A9E0B}">
      <dgm:prSet phldrT="[Texte]"/>
      <dgm:spPr>
        <a:solidFill>
          <a:srgbClr val="AD283B"/>
        </a:solidFill>
      </dgm:spPr>
      <dgm:t>
        <a:bodyPr/>
        <a:lstStyle/>
        <a:p>
          <a:r>
            <a:rPr lang="fr-FR" sz="1400" dirty="0" err="1"/>
            <a:t>Purchase_price</a:t>
          </a:r>
          <a:endParaRPr lang="fr-FR" sz="1400" dirty="0"/>
        </a:p>
      </dgm:t>
    </dgm:pt>
    <dgm:pt modelId="{FFEA5D37-A268-4F6E-B63E-9F9235D3C743}" type="parTrans" cxnId="{53D6B480-A2FB-45FF-B5B1-56B0ADE3789F}">
      <dgm:prSet/>
      <dgm:spPr/>
      <dgm:t>
        <a:bodyPr/>
        <a:lstStyle/>
        <a:p>
          <a:endParaRPr lang="fr-FR"/>
        </a:p>
      </dgm:t>
    </dgm:pt>
    <dgm:pt modelId="{B0F0454A-173F-4926-91D2-AD4FC886C7FA}" type="sibTrans" cxnId="{53D6B480-A2FB-45FF-B5B1-56B0ADE3789F}">
      <dgm:prSet/>
      <dgm:spPr/>
      <dgm:t>
        <a:bodyPr/>
        <a:lstStyle/>
        <a:p>
          <a:endParaRPr lang="fr-FR"/>
        </a:p>
      </dgm:t>
    </dgm:pt>
    <dgm:pt modelId="{460D40F0-CA55-458E-BBC6-63EF92844693}">
      <dgm:prSet phldrT="[Texte]"/>
      <dgm:spPr>
        <a:solidFill>
          <a:srgbClr val="AD283B"/>
        </a:solidFill>
      </dgm:spPr>
      <dgm:t>
        <a:bodyPr/>
        <a:lstStyle/>
        <a:p>
          <a:r>
            <a:rPr lang="fr-FR" sz="1400" dirty="0"/>
            <a:t>… </a:t>
          </a:r>
        </a:p>
      </dgm:t>
    </dgm:pt>
    <dgm:pt modelId="{7B861CAB-E18A-45BE-B0E9-ADE3B9B76F70}" type="parTrans" cxnId="{738C3241-D2E7-4B04-BB2A-B864EA09ECCB}">
      <dgm:prSet/>
      <dgm:spPr/>
      <dgm:t>
        <a:bodyPr/>
        <a:lstStyle/>
        <a:p>
          <a:endParaRPr lang="fr-FR"/>
        </a:p>
      </dgm:t>
    </dgm:pt>
    <dgm:pt modelId="{FDB42B0F-D30B-4446-84CF-4BFB66221202}" type="sibTrans" cxnId="{738C3241-D2E7-4B04-BB2A-B864EA09ECCB}">
      <dgm:prSet/>
      <dgm:spPr/>
      <dgm:t>
        <a:bodyPr/>
        <a:lstStyle/>
        <a:p>
          <a:endParaRPr lang="fr-FR"/>
        </a:p>
      </dgm:t>
    </dgm:pt>
    <dgm:pt modelId="{2B78909A-D32D-4613-AD79-C008FE8086E1}">
      <dgm:prSet/>
      <dgm:spPr>
        <a:solidFill>
          <a:srgbClr val="AD283B"/>
        </a:solidFill>
      </dgm:spPr>
      <dgm:t>
        <a:bodyPr/>
        <a:lstStyle/>
        <a:p>
          <a:r>
            <a:rPr lang="fr-FR" b="1" dirty="0"/>
            <a:t>Web</a:t>
          </a:r>
          <a:r>
            <a:rPr lang="fr-FR" dirty="0"/>
            <a:t> </a:t>
          </a:r>
        </a:p>
      </dgm:t>
    </dgm:pt>
    <dgm:pt modelId="{0D636CB7-2D37-4384-A136-28023731B4D0}" type="parTrans" cxnId="{CE7B7A42-033F-48F6-91D7-1A8FC9B3E19B}">
      <dgm:prSet/>
      <dgm:spPr/>
      <dgm:t>
        <a:bodyPr/>
        <a:lstStyle/>
        <a:p>
          <a:endParaRPr lang="fr-FR"/>
        </a:p>
      </dgm:t>
    </dgm:pt>
    <dgm:pt modelId="{40D1A2FB-253E-4AD5-BD10-07B693B44859}" type="sibTrans" cxnId="{CE7B7A42-033F-48F6-91D7-1A8FC9B3E19B}">
      <dgm:prSet/>
      <dgm:spPr/>
      <dgm:t>
        <a:bodyPr/>
        <a:lstStyle/>
        <a:p>
          <a:endParaRPr lang="fr-FR"/>
        </a:p>
      </dgm:t>
    </dgm:pt>
    <dgm:pt modelId="{C23EA60A-4411-48E2-9B3F-D56D20E9E75B}">
      <dgm:prSet/>
      <dgm:spPr>
        <a:solidFill>
          <a:srgbClr val="AD283B"/>
        </a:solidFill>
      </dgm:spPr>
      <dgm:t>
        <a:bodyPr/>
        <a:lstStyle/>
        <a:p>
          <a:r>
            <a:rPr lang="fr-FR"/>
            <a:t>(1513;29)</a:t>
          </a:r>
          <a:endParaRPr lang="fr-FR" dirty="0"/>
        </a:p>
      </dgm:t>
    </dgm:pt>
    <dgm:pt modelId="{E0E8969C-6B76-4E06-9010-DFE6533E72FA}" type="parTrans" cxnId="{4F23AFB5-91C4-4734-AABE-5F83C0527B36}">
      <dgm:prSet/>
      <dgm:spPr/>
      <dgm:t>
        <a:bodyPr/>
        <a:lstStyle/>
        <a:p>
          <a:endParaRPr lang="fr-FR"/>
        </a:p>
      </dgm:t>
    </dgm:pt>
    <dgm:pt modelId="{656C78B3-42DB-4D47-A967-E6752CE5AD36}" type="sibTrans" cxnId="{4F23AFB5-91C4-4734-AABE-5F83C0527B36}">
      <dgm:prSet/>
      <dgm:spPr/>
      <dgm:t>
        <a:bodyPr/>
        <a:lstStyle/>
        <a:p>
          <a:endParaRPr lang="fr-FR"/>
        </a:p>
      </dgm:t>
    </dgm:pt>
    <dgm:pt modelId="{35501EDE-3CAD-491A-A80C-A539C3FB3D31}">
      <dgm:prSet/>
      <dgm:spPr>
        <a:solidFill>
          <a:srgbClr val="AD283B"/>
        </a:solidFill>
      </dgm:spPr>
      <dgm:t>
        <a:bodyPr/>
        <a:lstStyle/>
        <a:p>
          <a:r>
            <a:rPr lang="fr-FR"/>
            <a:t>Sku</a:t>
          </a:r>
          <a:endParaRPr lang="fr-FR" dirty="0"/>
        </a:p>
      </dgm:t>
    </dgm:pt>
    <dgm:pt modelId="{2331BDE0-749D-4DE4-93AE-739EE45AC11D}" type="parTrans" cxnId="{B454A389-477A-46F7-95C3-5941E9756955}">
      <dgm:prSet/>
      <dgm:spPr/>
      <dgm:t>
        <a:bodyPr/>
        <a:lstStyle/>
        <a:p>
          <a:endParaRPr lang="fr-FR"/>
        </a:p>
      </dgm:t>
    </dgm:pt>
    <dgm:pt modelId="{D506FB6C-341B-48B5-90BE-ED11C10965A4}" type="sibTrans" cxnId="{B454A389-477A-46F7-95C3-5941E9756955}">
      <dgm:prSet/>
      <dgm:spPr/>
      <dgm:t>
        <a:bodyPr/>
        <a:lstStyle/>
        <a:p>
          <a:endParaRPr lang="fr-FR"/>
        </a:p>
      </dgm:t>
    </dgm:pt>
    <dgm:pt modelId="{AF84BAB6-155D-4112-89D7-666761D985A8}">
      <dgm:prSet/>
      <dgm:spPr>
        <a:solidFill>
          <a:srgbClr val="AD283B"/>
        </a:solidFill>
      </dgm:spPr>
      <dgm:t>
        <a:bodyPr/>
        <a:lstStyle/>
        <a:p>
          <a:r>
            <a:rPr lang="fr-FR"/>
            <a:t>Total_sales</a:t>
          </a:r>
          <a:endParaRPr lang="fr-FR" dirty="0"/>
        </a:p>
      </dgm:t>
    </dgm:pt>
    <dgm:pt modelId="{E3C1387F-8709-4BD1-B24F-1D3A4DCEB449}" type="parTrans" cxnId="{70A020FA-FC88-40CE-B18F-EB7FF8020521}">
      <dgm:prSet/>
      <dgm:spPr/>
      <dgm:t>
        <a:bodyPr/>
        <a:lstStyle/>
        <a:p>
          <a:endParaRPr lang="fr-FR"/>
        </a:p>
      </dgm:t>
    </dgm:pt>
    <dgm:pt modelId="{AFE79D4B-F100-4832-8D32-52B571070C9A}" type="sibTrans" cxnId="{70A020FA-FC88-40CE-B18F-EB7FF8020521}">
      <dgm:prSet/>
      <dgm:spPr/>
      <dgm:t>
        <a:bodyPr/>
        <a:lstStyle/>
        <a:p>
          <a:endParaRPr lang="fr-FR"/>
        </a:p>
      </dgm:t>
    </dgm:pt>
    <dgm:pt modelId="{CE65821F-401B-40FB-A529-25642A844232}">
      <dgm:prSet/>
      <dgm:spPr>
        <a:solidFill>
          <a:srgbClr val="AD283B"/>
        </a:solidFill>
      </dgm:spPr>
      <dgm:t>
        <a:bodyPr/>
        <a:lstStyle/>
        <a:p>
          <a:r>
            <a:rPr lang="fr-FR"/>
            <a:t>Tax_status</a:t>
          </a:r>
          <a:endParaRPr lang="fr-FR" dirty="0"/>
        </a:p>
      </dgm:t>
    </dgm:pt>
    <dgm:pt modelId="{6987A2C1-D245-41A4-A96C-90D403D11CFF}" type="parTrans" cxnId="{388A00B6-152A-40E1-A801-AF7AB75D5705}">
      <dgm:prSet/>
      <dgm:spPr/>
      <dgm:t>
        <a:bodyPr/>
        <a:lstStyle/>
        <a:p>
          <a:endParaRPr lang="fr-FR"/>
        </a:p>
      </dgm:t>
    </dgm:pt>
    <dgm:pt modelId="{7475BD05-A80F-4E95-8765-1D41C48A4BAC}" type="sibTrans" cxnId="{388A00B6-152A-40E1-A801-AF7AB75D5705}">
      <dgm:prSet/>
      <dgm:spPr/>
      <dgm:t>
        <a:bodyPr/>
        <a:lstStyle/>
        <a:p>
          <a:endParaRPr lang="fr-FR"/>
        </a:p>
      </dgm:t>
    </dgm:pt>
    <dgm:pt modelId="{C2FF1AB3-55E0-439A-8DE8-A4865FA19B9F}">
      <dgm:prSet/>
      <dgm:spPr>
        <a:solidFill>
          <a:srgbClr val="AD283B"/>
        </a:solidFill>
      </dgm:spPr>
      <dgm:t>
        <a:bodyPr/>
        <a:lstStyle/>
        <a:p>
          <a:r>
            <a:rPr lang="fr-FR"/>
            <a:t>Product_type</a:t>
          </a:r>
          <a:endParaRPr lang="fr-FR" dirty="0"/>
        </a:p>
      </dgm:t>
    </dgm:pt>
    <dgm:pt modelId="{2E2EFE90-7B88-4CBA-AE79-F069D2EC69DA}" type="parTrans" cxnId="{12FAD617-302E-458C-993A-ACEFBF87CC04}">
      <dgm:prSet/>
      <dgm:spPr/>
      <dgm:t>
        <a:bodyPr/>
        <a:lstStyle/>
        <a:p>
          <a:endParaRPr lang="fr-FR"/>
        </a:p>
      </dgm:t>
    </dgm:pt>
    <dgm:pt modelId="{66C1B666-8EBD-4BAB-8C0C-E39D1D91E0DF}" type="sibTrans" cxnId="{12FAD617-302E-458C-993A-ACEFBF87CC04}">
      <dgm:prSet/>
      <dgm:spPr/>
      <dgm:t>
        <a:bodyPr/>
        <a:lstStyle/>
        <a:p>
          <a:endParaRPr lang="fr-FR"/>
        </a:p>
      </dgm:t>
    </dgm:pt>
    <dgm:pt modelId="{CD1B1C40-0109-4F6A-BC50-0653D24EC8CC}">
      <dgm:prSet/>
      <dgm:spPr>
        <a:solidFill>
          <a:srgbClr val="AD283B"/>
        </a:solidFill>
      </dgm:spPr>
      <dgm:t>
        <a:bodyPr/>
        <a:lstStyle/>
        <a:p>
          <a:r>
            <a:rPr lang="fr-FR"/>
            <a:t>Post_type </a:t>
          </a:r>
          <a:endParaRPr lang="fr-FR" dirty="0"/>
        </a:p>
      </dgm:t>
    </dgm:pt>
    <dgm:pt modelId="{E1B3BF73-8952-4789-85EC-445D0CD18C62}" type="parTrans" cxnId="{CEEBF706-BFBD-4112-A515-318F59A3F11B}">
      <dgm:prSet/>
      <dgm:spPr/>
      <dgm:t>
        <a:bodyPr/>
        <a:lstStyle/>
        <a:p>
          <a:endParaRPr lang="fr-FR"/>
        </a:p>
      </dgm:t>
    </dgm:pt>
    <dgm:pt modelId="{7666E3C5-4B48-404D-98E7-371E471428F3}" type="sibTrans" cxnId="{CEEBF706-BFBD-4112-A515-318F59A3F11B}">
      <dgm:prSet/>
      <dgm:spPr/>
      <dgm:t>
        <a:bodyPr/>
        <a:lstStyle/>
        <a:p>
          <a:endParaRPr lang="fr-FR"/>
        </a:p>
      </dgm:t>
    </dgm:pt>
    <dgm:pt modelId="{53E8CEC9-E69B-4659-B3F6-285CB9CA3A78}">
      <dgm:prSet/>
      <dgm:spPr>
        <a:solidFill>
          <a:srgbClr val="AD283B"/>
        </a:solidFill>
      </dgm:spPr>
      <dgm:t>
        <a:bodyPr/>
        <a:lstStyle/>
        <a:p>
          <a:r>
            <a:rPr lang="fr-FR"/>
            <a:t>…</a:t>
          </a:r>
          <a:endParaRPr lang="fr-FR" dirty="0"/>
        </a:p>
      </dgm:t>
    </dgm:pt>
    <dgm:pt modelId="{F2B10F22-9501-4E0F-A77A-FA02CA149E86}" type="parTrans" cxnId="{ED204874-43DD-4292-902F-5135247A2453}">
      <dgm:prSet/>
      <dgm:spPr/>
      <dgm:t>
        <a:bodyPr/>
        <a:lstStyle/>
        <a:p>
          <a:endParaRPr lang="fr-FR"/>
        </a:p>
      </dgm:t>
    </dgm:pt>
    <dgm:pt modelId="{B0FF2D3F-A196-40FC-BF38-9EE671F34738}" type="sibTrans" cxnId="{ED204874-43DD-4292-902F-5135247A2453}">
      <dgm:prSet/>
      <dgm:spPr/>
      <dgm:t>
        <a:bodyPr/>
        <a:lstStyle/>
        <a:p>
          <a:endParaRPr lang="fr-FR"/>
        </a:p>
      </dgm:t>
    </dgm:pt>
    <dgm:pt modelId="{679251FD-8B9C-44F1-90E5-5F87FA75EB36}">
      <dgm:prSet/>
      <dgm:spPr>
        <a:solidFill>
          <a:srgbClr val="AD283B"/>
        </a:solidFill>
      </dgm:spPr>
      <dgm:t>
        <a:bodyPr/>
        <a:lstStyle/>
        <a:p>
          <a:r>
            <a:rPr lang="fr-FR" b="1"/>
            <a:t>Liaison</a:t>
          </a:r>
          <a:endParaRPr lang="fr-FR" b="1" dirty="0"/>
        </a:p>
      </dgm:t>
    </dgm:pt>
    <dgm:pt modelId="{822AA89A-9C44-48E7-B58D-AB462B391812}" type="parTrans" cxnId="{1E0B2557-2232-48B9-9906-E694B7B36937}">
      <dgm:prSet/>
      <dgm:spPr/>
      <dgm:t>
        <a:bodyPr/>
        <a:lstStyle/>
        <a:p>
          <a:endParaRPr lang="fr-FR"/>
        </a:p>
      </dgm:t>
    </dgm:pt>
    <dgm:pt modelId="{C31D88FB-824F-4BE3-9C22-C29C49C5D5BB}" type="sibTrans" cxnId="{1E0B2557-2232-48B9-9906-E694B7B36937}">
      <dgm:prSet/>
      <dgm:spPr/>
      <dgm:t>
        <a:bodyPr/>
        <a:lstStyle/>
        <a:p>
          <a:endParaRPr lang="fr-FR"/>
        </a:p>
      </dgm:t>
    </dgm:pt>
    <dgm:pt modelId="{0F8B1F13-5069-4CA4-A164-13DCADE2FE68}">
      <dgm:prSet/>
      <dgm:spPr>
        <a:solidFill>
          <a:srgbClr val="AD283B"/>
        </a:solidFill>
      </dgm:spPr>
      <dgm:t>
        <a:bodyPr/>
        <a:lstStyle/>
        <a:p>
          <a:r>
            <a:rPr lang="fr-FR" dirty="0"/>
            <a:t>(825;2)</a:t>
          </a:r>
        </a:p>
      </dgm:t>
    </dgm:pt>
    <dgm:pt modelId="{99138B4C-BC88-4200-A610-24B755B721D8}" type="parTrans" cxnId="{5762513C-F771-4785-BF20-FB108B7E4FFF}">
      <dgm:prSet/>
      <dgm:spPr/>
      <dgm:t>
        <a:bodyPr/>
        <a:lstStyle/>
        <a:p>
          <a:endParaRPr lang="fr-FR"/>
        </a:p>
      </dgm:t>
    </dgm:pt>
    <dgm:pt modelId="{6CD98928-639F-4C01-89FC-117CCEFC998C}" type="sibTrans" cxnId="{5762513C-F771-4785-BF20-FB108B7E4FFF}">
      <dgm:prSet/>
      <dgm:spPr/>
      <dgm:t>
        <a:bodyPr/>
        <a:lstStyle/>
        <a:p>
          <a:endParaRPr lang="fr-FR"/>
        </a:p>
      </dgm:t>
    </dgm:pt>
    <dgm:pt modelId="{4A6405FE-09AE-4AB7-A7A2-BA398D47B81C}">
      <dgm:prSet/>
      <dgm:spPr>
        <a:solidFill>
          <a:srgbClr val="AD283B"/>
        </a:solidFill>
      </dgm:spPr>
      <dgm:t>
        <a:bodyPr/>
        <a:lstStyle/>
        <a:p>
          <a:r>
            <a:rPr lang="fr-FR"/>
            <a:t>Id_web</a:t>
          </a:r>
          <a:endParaRPr lang="fr-FR" dirty="0"/>
        </a:p>
      </dgm:t>
    </dgm:pt>
    <dgm:pt modelId="{0FB5EE4F-A185-4955-B0A5-4E8FD4E3E246}" type="parTrans" cxnId="{DA0D77E4-0B43-43F2-B8E8-B25D1B877B3D}">
      <dgm:prSet/>
      <dgm:spPr/>
      <dgm:t>
        <a:bodyPr/>
        <a:lstStyle/>
        <a:p>
          <a:endParaRPr lang="fr-FR"/>
        </a:p>
      </dgm:t>
    </dgm:pt>
    <dgm:pt modelId="{CDA9A0C8-ED81-4442-BC8D-0B8FA61300DC}" type="sibTrans" cxnId="{DA0D77E4-0B43-43F2-B8E8-B25D1B877B3D}">
      <dgm:prSet/>
      <dgm:spPr/>
      <dgm:t>
        <a:bodyPr/>
        <a:lstStyle/>
        <a:p>
          <a:endParaRPr lang="fr-FR"/>
        </a:p>
      </dgm:t>
    </dgm:pt>
    <dgm:pt modelId="{651132E2-C9A4-43C9-870A-3957A62DC183}">
      <dgm:prSet/>
      <dgm:spPr>
        <a:solidFill>
          <a:srgbClr val="AD283B"/>
        </a:solidFill>
      </dgm:spPr>
      <dgm:t>
        <a:bodyPr/>
        <a:lstStyle/>
        <a:p>
          <a:r>
            <a:rPr lang="fr-FR"/>
            <a:t>Product_id</a:t>
          </a:r>
          <a:endParaRPr lang="fr-FR" dirty="0"/>
        </a:p>
      </dgm:t>
    </dgm:pt>
    <dgm:pt modelId="{BAF6C629-4816-41C7-BC0E-9E334644A753}" type="parTrans" cxnId="{310AE2C4-00EC-46C6-A32C-6A6645F92563}">
      <dgm:prSet/>
      <dgm:spPr/>
      <dgm:t>
        <a:bodyPr/>
        <a:lstStyle/>
        <a:p>
          <a:endParaRPr lang="fr-FR"/>
        </a:p>
      </dgm:t>
    </dgm:pt>
    <dgm:pt modelId="{B2B286F7-5BF5-46FA-B823-7122AF0D144D}" type="sibTrans" cxnId="{310AE2C4-00EC-46C6-A32C-6A6645F92563}">
      <dgm:prSet/>
      <dgm:spPr/>
      <dgm:t>
        <a:bodyPr/>
        <a:lstStyle/>
        <a:p>
          <a:endParaRPr lang="fr-FR"/>
        </a:p>
      </dgm:t>
    </dgm:pt>
    <dgm:pt modelId="{F4917C4D-197D-4C98-A921-33A80F90D9E9}" type="pres">
      <dgm:prSet presAssocID="{16427842-99F9-41A0-BF66-FE8AB30BBB39}" presName="Name0" presStyleCnt="0">
        <dgm:presLayoutVars>
          <dgm:dir/>
          <dgm:resizeHandles val="exact"/>
        </dgm:presLayoutVars>
      </dgm:prSet>
      <dgm:spPr/>
    </dgm:pt>
    <dgm:pt modelId="{55DEDF58-61F6-45D3-BB63-058C5BA8527B}" type="pres">
      <dgm:prSet presAssocID="{670AA825-0D20-4619-9A60-F9F2ED48C17E}" presName="node" presStyleLbl="node1" presStyleIdx="0" presStyleCnt="3" custLinFactNeighborX="-89566" custLinFactNeighborY="-955">
        <dgm:presLayoutVars>
          <dgm:bulletEnabled val="1"/>
        </dgm:presLayoutVars>
      </dgm:prSet>
      <dgm:spPr/>
    </dgm:pt>
    <dgm:pt modelId="{7A2566C4-77FE-498B-A8CF-00DCCA230149}" type="pres">
      <dgm:prSet presAssocID="{09826AAB-2066-4AA6-86F3-158CC5394587}" presName="sibTrans" presStyleCnt="0"/>
      <dgm:spPr/>
    </dgm:pt>
    <dgm:pt modelId="{697F558D-5C1C-42F4-9DD8-20ADDDE3D975}" type="pres">
      <dgm:prSet presAssocID="{2B78909A-D32D-4613-AD79-C008FE8086E1}" presName="node" presStyleLbl="node1" presStyleIdx="1" presStyleCnt="3">
        <dgm:presLayoutVars>
          <dgm:bulletEnabled val="1"/>
        </dgm:presLayoutVars>
      </dgm:prSet>
      <dgm:spPr/>
    </dgm:pt>
    <dgm:pt modelId="{052AFA79-9A4D-4CD2-B640-22584F7441D6}" type="pres">
      <dgm:prSet presAssocID="{40D1A2FB-253E-4AD5-BD10-07B693B44859}" presName="sibTrans" presStyleCnt="0"/>
      <dgm:spPr/>
    </dgm:pt>
    <dgm:pt modelId="{5BF7724A-1A1E-429E-9A1D-645030500B68}" type="pres">
      <dgm:prSet presAssocID="{679251FD-8B9C-44F1-90E5-5F87FA75EB36}" presName="node" presStyleLbl="node1" presStyleIdx="2" presStyleCnt="3">
        <dgm:presLayoutVars>
          <dgm:bulletEnabled val="1"/>
        </dgm:presLayoutVars>
      </dgm:prSet>
      <dgm:spPr/>
    </dgm:pt>
  </dgm:ptLst>
  <dgm:cxnLst>
    <dgm:cxn modelId="{8CB36F02-072C-4EA0-83A2-7B6D842B174F}" srcId="{670AA825-0D20-4619-9A60-F9F2ED48C17E}" destId="{A6AF7F17-E2C6-450E-B09F-8E505F16933C}" srcOrd="0" destOrd="0" parTransId="{3EAF3BA4-FA16-4881-B206-BF7BF3FDB868}" sibTransId="{7218894A-B223-4231-A4A6-1B15A923B838}"/>
    <dgm:cxn modelId="{FD45FF03-4A22-40D2-BE3E-3D15E536761F}" type="presOf" srcId="{CD1B1C40-0109-4F6A-BC50-0653D24EC8CC}" destId="{697F558D-5C1C-42F4-9DD8-20ADDDE3D975}" srcOrd="0" destOrd="6" presId="urn:microsoft.com/office/officeart/2005/8/layout/hList6"/>
    <dgm:cxn modelId="{0B8EB604-53F3-4AA7-B127-D28EF6BB2C01}" type="presOf" srcId="{670AA825-0D20-4619-9A60-F9F2ED48C17E}" destId="{55DEDF58-61F6-45D3-BB63-058C5BA8527B}" srcOrd="0" destOrd="0" presId="urn:microsoft.com/office/officeart/2005/8/layout/hList6"/>
    <dgm:cxn modelId="{CEEBF706-BFBD-4112-A515-318F59A3F11B}" srcId="{2B78909A-D32D-4613-AD79-C008FE8086E1}" destId="{CD1B1C40-0109-4F6A-BC50-0653D24EC8CC}" srcOrd="5" destOrd="0" parTransId="{E1B3BF73-8952-4789-85EC-445D0CD18C62}" sibTransId="{7666E3C5-4B48-404D-98E7-371E471428F3}"/>
    <dgm:cxn modelId="{E7482908-B14E-4074-A741-19C575095D7B}" type="presOf" srcId="{460D40F0-CA55-458E-BBC6-63EF92844693}" destId="{55DEDF58-61F6-45D3-BB63-058C5BA8527B}" srcOrd="0" destOrd="6" presId="urn:microsoft.com/office/officeart/2005/8/layout/hList6"/>
    <dgm:cxn modelId="{12FAD617-302E-458C-993A-ACEFBF87CC04}" srcId="{2B78909A-D32D-4613-AD79-C008FE8086E1}" destId="{C2FF1AB3-55E0-439A-8DE8-A4865FA19B9F}" srcOrd="4" destOrd="0" parTransId="{2E2EFE90-7B88-4CBA-AE79-F069D2EC69DA}" sibTransId="{66C1B666-8EBD-4BAB-8C0C-E39D1D91E0DF}"/>
    <dgm:cxn modelId="{9CA35C23-254C-4637-A150-C794FECC9FEA}" type="presOf" srcId="{54196762-9160-4E02-A349-E552EB8A9E0B}" destId="{55DEDF58-61F6-45D3-BB63-058C5BA8527B}" srcOrd="0" destOrd="5" presId="urn:microsoft.com/office/officeart/2005/8/layout/hList6"/>
    <dgm:cxn modelId="{290ED52A-0D7C-42E7-A0F2-98C78F3B896E}" type="presOf" srcId="{2B78909A-D32D-4613-AD79-C008FE8086E1}" destId="{697F558D-5C1C-42F4-9DD8-20ADDDE3D975}" srcOrd="0" destOrd="0" presId="urn:microsoft.com/office/officeart/2005/8/layout/hList6"/>
    <dgm:cxn modelId="{8D38452E-FFF1-41F8-83A2-495F688C3F4C}" type="presOf" srcId="{C2FF1AB3-55E0-439A-8DE8-A4865FA19B9F}" destId="{697F558D-5C1C-42F4-9DD8-20ADDDE3D975}" srcOrd="0" destOrd="5" presId="urn:microsoft.com/office/officeart/2005/8/layout/hList6"/>
    <dgm:cxn modelId="{2E222C36-EC66-4A31-B55B-B01AB644A707}" type="presOf" srcId="{89EEBA8A-9E66-41CD-A800-7B0D78C8EFB4}" destId="{55DEDF58-61F6-45D3-BB63-058C5BA8527B}" srcOrd="0" destOrd="2" presId="urn:microsoft.com/office/officeart/2005/8/layout/hList6"/>
    <dgm:cxn modelId="{5762513C-F771-4785-BF20-FB108B7E4FFF}" srcId="{679251FD-8B9C-44F1-90E5-5F87FA75EB36}" destId="{0F8B1F13-5069-4CA4-A164-13DCADE2FE68}" srcOrd="0" destOrd="0" parTransId="{99138B4C-BC88-4200-A610-24B755B721D8}" sibTransId="{6CD98928-639F-4C01-89FC-117CCEFC998C}"/>
    <dgm:cxn modelId="{0D5B253F-6487-466D-A568-97873289C1E9}" type="presOf" srcId="{0F8B1F13-5069-4CA4-A164-13DCADE2FE68}" destId="{5BF7724A-1A1E-429E-9A1D-645030500B68}" srcOrd="0" destOrd="1" presId="urn:microsoft.com/office/officeart/2005/8/layout/hList6"/>
    <dgm:cxn modelId="{738C3241-D2E7-4B04-BB2A-B864EA09ECCB}" srcId="{670AA825-0D20-4619-9A60-F9F2ED48C17E}" destId="{460D40F0-CA55-458E-BBC6-63EF92844693}" srcOrd="5" destOrd="0" parTransId="{7B861CAB-E18A-45BE-B0E9-ADE3B9B76F70}" sibTransId="{FDB42B0F-D30B-4446-84CF-4BFB66221202}"/>
    <dgm:cxn modelId="{9B8BF061-5263-4BA9-9FE2-3CE8FE0343A6}" type="presOf" srcId="{4A6405FE-09AE-4AB7-A7A2-BA398D47B81C}" destId="{5BF7724A-1A1E-429E-9A1D-645030500B68}" srcOrd="0" destOrd="2" presId="urn:microsoft.com/office/officeart/2005/8/layout/hList6"/>
    <dgm:cxn modelId="{CA8F5E42-8161-4D69-8334-E4A82D9642E1}" type="presOf" srcId="{AF84BAB6-155D-4112-89D7-666761D985A8}" destId="{697F558D-5C1C-42F4-9DD8-20ADDDE3D975}" srcOrd="0" destOrd="3" presId="urn:microsoft.com/office/officeart/2005/8/layout/hList6"/>
    <dgm:cxn modelId="{CE7B7A42-033F-48F6-91D7-1A8FC9B3E19B}" srcId="{16427842-99F9-41A0-BF66-FE8AB30BBB39}" destId="{2B78909A-D32D-4613-AD79-C008FE8086E1}" srcOrd="1" destOrd="0" parTransId="{0D636CB7-2D37-4384-A136-28023731B4D0}" sibTransId="{40D1A2FB-253E-4AD5-BD10-07B693B44859}"/>
    <dgm:cxn modelId="{4C06A862-3D8C-401D-AB24-B6B0D5C7E6C5}" type="presOf" srcId="{7C80E7BE-6459-4662-BB13-95DDB90FA761}" destId="{55DEDF58-61F6-45D3-BB63-058C5BA8527B}" srcOrd="0" destOrd="3" presId="urn:microsoft.com/office/officeart/2005/8/layout/hList6"/>
    <dgm:cxn modelId="{50AB2564-65BD-4EDF-A6F6-6C1ADFFB0D2C}" type="presOf" srcId="{2E39AFF1-F324-44F5-A900-2963AF5E7910}" destId="{55DEDF58-61F6-45D3-BB63-058C5BA8527B}" srcOrd="0" destOrd="4" presId="urn:microsoft.com/office/officeart/2005/8/layout/hList6"/>
    <dgm:cxn modelId="{D022E265-CE15-42DA-B619-164B0237705F}" srcId="{16427842-99F9-41A0-BF66-FE8AB30BBB39}" destId="{670AA825-0D20-4619-9A60-F9F2ED48C17E}" srcOrd="0" destOrd="0" parTransId="{742DA5D5-64C7-487D-AA1F-EC3459D203A0}" sibTransId="{09826AAB-2066-4AA6-86F3-158CC5394587}"/>
    <dgm:cxn modelId="{18CE7168-535C-4E79-905F-7AA177921E59}" type="presOf" srcId="{A6AF7F17-E2C6-450E-B09F-8E505F16933C}" destId="{55DEDF58-61F6-45D3-BB63-058C5BA8527B}" srcOrd="0" destOrd="1" presId="urn:microsoft.com/office/officeart/2005/8/layout/hList6"/>
    <dgm:cxn modelId="{ED204874-43DD-4292-902F-5135247A2453}" srcId="{2B78909A-D32D-4613-AD79-C008FE8086E1}" destId="{53E8CEC9-E69B-4659-B3F6-285CB9CA3A78}" srcOrd="6" destOrd="0" parTransId="{F2B10F22-9501-4E0F-A77A-FA02CA149E86}" sibTransId="{B0FF2D3F-A196-40FC-BF38-9EE671F34738}"/>
    <dgm:cxn modelId="{1E0B2557-2232-48B9-9906-E694B7B36937}" srcId="{16427842-99F9-41A0-BF66-FE8AB30BBB39}" destId="{679251FD-8B9C-44F1-90E5-5F87FA75EB36}" srcOrd="2" destOrd="0" parTransId="{822AA89A-9C44-48E7-B58D-AB462B391812}" sibTransId="{C31D88FB-824F-4BE3-9C22-C29C49C5D5BB}"/>
    <dgm:cxn modelId="{29BCB157-A6B1-4327-B419-FA92CE906962}" type="presOf" srcId="{13E5C9F4-FB62-460C-8D03-FFA029CB722F}" destId="{55DEDF58-61F6-45D3-BB63-058C5BA8527B}" srcOrd="0" destOrd="7" presId="urn:microsoft.com/office/officeart/2005/8/layout/hList6"/>
    <dgm:cxn modelId="{FBFAE077-F461-46A8-B195-45EBECEF9EB4}" type="presOf" srcId="{C23EA60A-4411-48E2-9B3F-D56D20E9E75B}" destId="{697F558D-5C1C-42F4-9DD8-20ADDDE3D975}" srcOrd="0" destOrd="1" presId="urn:microsoft.com/office/officeart/2005/8/layout/hList6"/>
    <dgm:cxn modelId="{53D6B480-A2FB-45FF-B5B1-56B0ADE3789F}" srcId="{670AA825-0D20-4619-9A60-F9F2ED48C17E}" destId="{54196762-9160-4E02-A349-E552EB8A9E0B}" srcOrd="4" destOrd="0" parTransId="{FFEA5D37-A268-4F6E-B63E-9F9235D3C743}" sibTransId="{B0F0454A-173F-4926-91D2-AD4FC886C7FA}"/>
    <dgm:cxn modelId="{B454A389-477A-46F7-95C3-5941E9756955}" srcId="{2B78909A-D32D-4613-AD79-C008FE8086E1}" destId="{35501EDE-3CAD-491A-A80C-A539C3FB3D31}" srcOrd="1" destOrd="0" parTransId="{2331BDE0-749D-4DE4-93AE-739EE45AC11D}" sibTransId="{D506FB6C-341B-48B5-90BE-ED11C10965A4}"/>
    <dgm:cxn modelId="{38E6858F-4651-4124-8884-82B0B320BA55}" srcId="{670AA825-0D20-4619-9A60-F9F2ED48C17E}" destId="{7C80E7BE-6459-4662-BB13-95DDB90FA761}" srcOrd="2" destOrd="0" parTransId="{0A957682-2766-4D8D-AF1D-2D431620B960}" sibTransId="{43969025-D28C-47EC-AA04-751BF05AE8A5}"/>
    <dgm:cxn modelId="{D6417D92-FDAF-4AB6-BA54-5B01EA7C5B4B}" type="presOf" srcId="{16427842-99F9-41A0-BF66-FE8AB30BBB39}" destId="{F4917C4D-197D-4C98-A921-33A80F90D9E9}" srcOrd="0" destOrd="0" presId="urn:microsoft.com/office/officeart/2005/8/layout/hList6"/>
    <dgm:cxn modelId="{CB313699-AB7A-425B-8F65-E111A742517A}" type="presOf" srcId="{679251FD-8B9C-44F1-90E5-5F87FA75EB36}" destId="{5BF7724A-1A1E-429E-9A1D-645030500B68}" srcOrd="0" destOrd="0" presId="urn:microsoft.com/office/officeart/2005/8/layout/hList6"/>
    <dgm:cxn modelId="{4F23AFB5-91C4-4734-AABE-5F83C0527B36}" srcId="{2B78909A-D32D-4613-AD79-C008FE8086E1}" destId="{C23EA60A-4411-48E2-9B3F-D56D20E9E75B}" srcOrd="0" destOrd="0" parTransId="{E0E8969C-6B76-4E06-9010-DFE6533E72FA}" sibTransId="{656C78B3-42DB-4D47-A967-E6752CE5AD36}"/>
    <dgm:cxn modelId="{388A00B6-152A-40E1-A801-AF7AB75D5705}" srcId="{2B78909A-D32D-4613-AD79-C008FE8086E1}" destId="{CE65821F-401B-40FB-A529-25642A844232}" srcOrd="3" destOrd="0" parTransId="{6987A2C1-D245-41A4-A96C-90D403D11CFF}" sibTransId="{7475BD05-A80F-4E95-8765-1D41C48A4BAC}"/>
    <dgm:cxn modelId="{B82DE5C0-D397-4D40-9931-66255DDA2104}" type="presOf" srcId="{651132E2-C9A4-43C9-870A-3957A62DC183}" destId="{5BF7724A-1A1E-429E-9A1D-645030500B68}" srcOrd="0" destOrd="3" presId="urn:microsoft.com/office/officeart/2005/8/layout/hList6"/>
    <dgm:cxn modelId="{B91E4BC3-A9D3-491A-BE42-F3F4AF2D4895}" srcId="{670AA825-0D20-4619-9A60-F9F2ED48C17E}" destId="{2E39AFF1-F324-44F5-A900-2963AF5E7910}" srcOrd="3" destOrd="0" parTransId="{40A16B81-7325-47F9-A9E0-89D8E78FCB57}" sibTransId="{A1825C99-D88C-4B1F-8A3D-E39C82C1B795}"/>
    <dgm:cxn modelId="{310AE2C4-00EC-46C6-A32C-6A6645F92563}" srcId="{679251FD-8B9C-44F1-90E5-5F87FA75EB36}" destId="{651132E2-C9A4-43C9-870A-3957A62DC183}" srcOrd="2" destOrd="0" parTransId="{BAF6C629-4816-41C7-BC0E-9E334644A753}" sibTransId="{B2B286F7-5BF5-46FA-B823-7122AF0D144D}"/>
    <dgm:cxn modelId="{5B1F17D1-BDFC-42B4-8082-E71154FA6711}" type="presOf" srcId="{53E8CEC9-E69B-4659-B3F6-285CB9CA3A78}" destId="{697F558D-5C1C-42F4-9DD8-20ADDDE3D975}" srcOrd="0" destOrd="7" presId="urn:microsoft.com/office/officeart/2005/8/layout/hList6"/>
    <dgm:cxn modelId="{2CE850D5-A70B-4A8F-9720-949CDBC68BAA}" srcId="{670AA825-0D20-4619-9A60-F9F2ED48C17E}" destId="{13E5C9F4-FB62-460C-8D03-FFA029CB722F}" srcOrd="6" destOrd="0" parTransId="{5316E0DA-3A48-4BCB-8B77-B5047B19119C}" sibTransId="{18ED4108-CCD0-4157-BBF1-7166767F408F}"/>
    <dgm:cxn modelId="{0B60CDDE-DE30-4DCF-977B-5C2199275338}" type="presOf" srcId="{35501EDE-3CAD-491A-A80C-A539C3FB3D31}" destId="{697F558D-5C1C-42F4-9DD8-20ADDDE3D975}" srcOrd="0" destOrd="2" presId="urn:microsoft.com/office/officeart/2005/8/layout/hList6"/>
    <dgm:cxn modelId="{DA0D77E4-0B43-43F2-B8E8-B25D1B877B3D}" srcId="{679251FD-8B9C-44F1-90E5-5F87FA75EB36}" destId="{4A6405FE-09AE-4AB7-A7A2-BA398D47B81C}" srcOrd="1" destOrd="0" parTransId="{0FB5EE4F-A185-4955-B0A5-4E8FD4E3E246}" sibTransId="{CDA9A0C8-ED81-4442-BC8D-0B8FA61300DC}"/>
    <dgm:cxn modelId="{3E677DED-529B-4C39-94DA-8E82E38BDDD5}" srcId="{670AA825-0D20-4619-9A60-F9F2ED48C17E}" destId="{89EEBA8A-9E66-41CD-A800-7B0D78C8EFB4}" srcOrd="1" destOrd="0" parTransId="{C271AEC1-1F10-4F83-B926-DFBE7E9F58B5}" sibTransId="{944A9C60-1F24-4EBF-87B1-6D0588268E11}"/>
    <dgm:cxn modelId="{4014DDF6-B6BB-49FD-9A58-13E9199EDB26}" type="presOf" srcId="{CE65821F-401B-40FB-A529-25642A844232}" destId="{697F558D-5C1C-42F4-9DD8-20ADDDE3D975}" srcOrd="0" destOrd="4" presId="urn:microsoft.com/office/officeart/2005/8/layout/hList6"/>
    <dgm:cxn modelId="{70A020FA-FC88-40CE-B18F-EB7FF8020521}" srcId="{2B78909A-D32D-4613-AD79-C008FE8086E1}" destId="{AF84BAB6-155D-4112-89D7-666761D985A8}" srcOrd="2" destOrd="0" parTransId="{E3C1387F-8709-4BD1-B24F-1D3A4DCEB449}" sibTransId="{AFE79D4B-F100-4832-8D32-52B571070C9A}"/>
    <dgm:cxn modelId="{5E565FE9-2A48-4C82-BAF8-61C963DBF90D}" type="presParOf" srcId="{F4917C4D-197D-4C98-A921-33A80F90D9E9}" destId="{55DEDF58-61F6-45D3-BB63-058C5BA8527B}" srcOrd="0" destOrd="0" presId="urn:microsoft.com/office/officeart/2005/8/layout/hList6"/>
    <dgm:cxn modelId="{4B476954-B4A0-4B3E-983B-6D1FD526FD7A}" type="presParOf" srcId="{F4917C4D-197D-4C98-A921-33A80F90D9E9}" destId="{7A2566C4-77FE-498B-A8CF-00DCCA230149}" srcOrd="1" destOrd="0" presId="urn:microsoft.com/office/officeart/2005/8/layout/hList6"/>
    <dgm:cxn modelId="{D38C29DB-3E5E-49F4-B0B0-A0995BD15940}" type="presParOf" srcId="{F4917C4D-197D-4C98-A921-33A80F90D9E9}" destId="{697F558D-5C1C-42F4-9DD8-20ADDDE3D975}" srcOrd="2" destOrd="0" presId="urn:microsoft.com/office/officeart/2005/8/layout/hList6"/>
    <dgm:cxn modelId="{156DC0C9-61AA-45A0-A2DE-49FC28480077}" type="presParOf" srcId="{F4917C4D-197D-4C98-A921-33A80F90D9E9}" destId="{052AFA79-9A4D-4CD2-B640-22584F7441D6}" srcOrd="3" destOrd="0" presId="urn:microsoft.com/office/officeart/2005/8/layout/hList6"/>
    <dgm:cxn modelId="{01E92772-7940-4E1D-9E12-C548FED65A19}" type="presParOf" srcId="{F4917C4D-197D-4C98-A921-33A80F90D9E9}" destId="{5BF7724A-1A1E-429E-9A1D-645030500B68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F1F75FC-8F62-403D-9098-5B1B76C0671A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fr-FR"/>
        </a:p>
      </dgm:t>
    </dgm:pt>
    <dgm:pt modelId="{4C546093-1A5E-45DA-9F18-0316538626D7}">
      <dgm:prSet phldrT="[Texte]"/>
      <dgm:spPr>
        <a:solidFill>
          <a:srgbClr val="AD283B"/>
        </a:solidFill>
      </dgm:spPr>
      <dgm:t>
        <a:bodyPr/>
        <a:lstStyle/>
        <a:p>
          <a:r>
            <a:rPr lang="fr-FR" dirty="0"/>
            <a:t>Analyse des doublons et  données manquantes </a:t>
          </a:r>
        </a:p>
      </dgm:t>
    </dgm:pt>
    <dgm:pt modelId="{F36560A0-A3BD-4786-84FE-AE142844337D}" type="parTrans" cxnId="{24F88DF5-DBDC-4F39-8A59-4AE68F46A661}">
      <dgm:prSet/>
      <dgm:spPr/>
      <dgm:t>
        <a:bodyPr/>
        <a:lstStyle/>
        <a:p>
          <a:endParaRPr lang="fr-FR"/>
        </a:p>
      </dgm:t>
    </dgm:pt>
    <dgm:pt modelId="{626D71D2-8545-415C-82D8-1FEFF175D19C}" type="sibTrans" cxnId="{24F88DF5-DBDC-4F39-8A59-4AE68F46A661}">
      <dgm:prSet/>
      <dgm:spPr/>
      <dgm:t>
        <a:bodyPr/>
        <a:lstStyle/>
        <a:p>
          <a:endParaRPr lang="fr-FR"/>
        </a:p>
      </dgm:t>
    </dgm:pt>
    <dgm:pt modelId="{6FF0E671-8F84-42AE-A9D5-DAA923BF1E3B}">
      <dgm:prSet phldrT="[Texte]"/>
      <dgm:spPr>
        <a:solidFill>
          <a:srgbClr val="AD283B"/>
        </a:solidFill>
      </dgm:spPr>
      <dgm:t>
        <a:bodyPr/>
        <a:lstStyle/>
        <a:p>
          <a:r>
            <a:rPr lang="fr-FR" dirty="0"/>
            <a:t>Identifier et traiter les valeurs aberrantes </a:t>
          </a:r>
        </a:p>
      </dgm:t>
    </dgm:pt>
    <dgm:pt modelId="{2F7C35DE-F925-411E-AA12-67DAF47691C7}" type="parTrans" cxnId="{8C4B3A30-0926-4FB3-A004-FA36223F05A3}">
      <dgm:prSet/>
      <dgm:spPr/>
      <dgm:t>
        <a:bodyPr/>
        <a:lstStyle/>
        <a:p>
          <a:endParaRPr lang="fr-FR"/>
        </a:p>
      </dgm:t>
    </dgm:pt>
    <dgm:pt modelId="{12C807F2-882D-4106-924C-E56973BEA25F}" type="sibTrans" cxnId="{8C4B3A30-0926-4FB3-A004-FA36223F05A3}">
      <dgm:prSet/>
      <dgm:spPr/>
      <dgm:t>
        <a:bodyPr/>
        <a:lstStyle/>
        <a:p>
          <a:endParaRPr lang="fr-FR"/>
        </a:p>
      </dgm:t>
    </dgm:pt>
    <dgm:pt modelId="{86F4D95C-D543-4854-8249-4115A6D44A2F}">
      <dgm:prSet phldrT="[Texte]"/>
      <dgm:spPr>
        <a:solidFill>
          <a:srgbClr val="AD283B"/>
        </a:solidFill>
      </dgm:spPr>
      <dgm:t>
        <a:bodyPr/>
        <a:lstStyle/>
        <a:p>
          <a:r>
            <a:rPr lang="fr-FR" dirty="0"/>
            <a:t>Corriger les erreurs de saisies</a:t>
          </a:r>
        </a:p>
      </dgm:t>
    </dgm:pt>
    <dgm:pt modelId="{D15B7ABD-7ADC-4C65-83B7-54A1917DC6D5}" type="parTrans" cxnId="{D870A7DE-1FD6-498A-A343-C8D3888284DC}">
      <dgm:prSet/>
      <dgm:spPr/>
      <dgm:t>
        <a:bodyPr/>
        <a:lstStyle/>
        <a:p>
          <a:endParaRPr lang="fr-FR"/>
        </a:p>
      </dgm:t>
    </dgm:pt>
    <dgm:pt modelId="{A5F9E657-7853-460C-88C5-2E7DDAD532B8}" type="sibTrans" cxnId="{D870A7DE-1FD6-498A-A343-C8D3888284DC}">
      <dgm:prSet/>
      <dgm:spPr/>
      <dgm:t>
        <a:bodyPr/>
        <a:lstStyle/>
        <a:p>
          <a:endParaRPr lang="fr-FR"/>
        </a:p>
      </dgm:t>
    </dgm:pt>
    <dgm:pt modelId="{89BE4D2C-8989-4B92-A145-153F06106DDD}" type="pres">
      <dgm:prSet presAssocID="{DF1F75FC-8F62-403D-9098-5B1B76C0671A}" presName="rootnode" presStyleCnt="0">
        <dgm:presLayoutVars>
          <dgm:chMax/>
          <dgm:chPref/>
          <dgm:dir/>
          <dgm:animLvl val="lvl"/>
        </dgm:presLayoutVars>
      </dgm:prSet>
      <dgm:spPr/>
    </dgm:pt>
    <dgm:pt modelId="{05EB2FE5-62CA-4C61-AA49-D2E6E8047060}" type="pres">
      <dgm:prSet presAssocID="{4C546093-1A5E-45DA-9F18-0316538626D7}" presName="composite" presStyleCnt="0"/>
      <dgm:spPr/>
    </dgm:pt>
    <dgm:pt modelId="{D6599DB6-58D4-46A4-905F-E180611C8F74}" type="pres">
      <dgm:prSet presAssocID="{4C546093-1A5E-45DA-9F18-0316538626D7}" presName="bentUpArrow1" presStyleLbl="alignImgPlace1" presStyleIdx="0" presStyleCnt="2" custLinFactNeighborX="1561" custLinFactNeighborY="-651"/>
      <dgm:spPr>
        <a:solidFill>
          <a:srgbClr val="F06561"/>
        </a:solidFill>
      </dgm:spPr>
    </dgm:pt>
    <dgm:pt modelId="{0B1A2302-236F-4583-8B49-A96B3AC94A5D}" type="pres">
      <dgm:prSet presAssocID="{4C546093-1A5E-45DA-9F18-0316538626D7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7F6CA8BE-94B6-4759-B9B6-BFB200986282}" type="pres">
      <dgm:prSet presAssocID="{4C546093-1A5E-45DA-9F18-0316538626D7}" presName="ChildText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ADCEEEA8-BF8B-4E0C-9B34-697C80A2E2F3}" type="pres">
      <dgm:prSet presAssocID="{626D71D2-8545-415C-82D8-1FEFF175D19C}" presName="sibTrans" presStyleCnt="0"/>
      <dgm:spPr/>
    </dgm:pt>
    <dgm:pt modelId="{B673B458-E439-45EA-942E-43DC8CDDDB1B}" type="pres">
      <dgm:prSet presAssocID="{6FF0E671-8F84-42AE-A9D5-DAA923BF1E3B}" presName="composite" presStyleCnt="0"/>
      <dgm:spPr/>
    </dgm:pt>
    <dgm:pt modelId="{1B8CF436-95C0-4560-B5FE-680185977E8E}" type="pres">
      <dgm:prSet presAssocID="{6FF0E671-8F84-42AE-A9D5-DAA923BF1E3B}" presName="bentUpArrow1" presStyleLbl="alignImgPlace1" presStyleIdx="1" presStyleCnt="2"/>
      <dgm:spPr>
        <a:solidFill>
          <a:srgbClr val="F06561"/>
        </a:solidFill>
      </dgm:spPr>
    </dgm:pt>
    <dgm:pt modelId="{F086DE15-D165-428D-B37E-1CB7446776AE}" type="pres">
      <dgm:prSet presAssocID="{6FF0E671-8F84-42AE-A9D5-DAA923BF1E3B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</dgm:pt>
    <dgm:pt modelId="{DD5C6E60-1720-4936-BDDA-16869987AE8F}" type="pres">
      <dgm:prSet presAssocID="{6FF0E671-8F84-42AE-A9D5-DAA923BF1E3B}" presName="ChildText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91CB40AC-71CD-4A95-BBD5-CA30851ACDD9}" type="pres">
      <dgm:prSet presAssocID="{12C807F2-882D-4106-924C-E56973BEA25F}" presName="sibTrans" presStyleCnt="0"/>
      <dgm:spPr/>
    </dgm:pt>
    <dgm:pt modelId="{C870B73B-4888-4C9B-8052-B5F1861C3789}" type="pres">
      <dgm:prSet presAssocID="{86F4D95C-D543-4854-8249-4115A6D44A2F}" presName="composite" presStyleCnt="0"/>
      <dgm:spPr/>
    </dgm:pt>
    <dgm:pt modelId="{08FC8F86-D5D2-4C17-9A38-6B9786EBAE44}" type="pres">
      <dgm:prSet presAssocID="{86F4D95C-D543-4854-8249-4115A6D44A2F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</dgm:pt>
  </dgm:ptLst>
  <dgm:cxnLst>
    <dgm:cxn modelId="{8C4B3A30-0926-4FB3-A004-FA36223F05A3}" srcId="{DF1F75FC-8F62-403D-9098-5B1B76C0671A}" destId="{6FF0E671-8F84-42AE-A9D5-DAA923BF1E3B}" srcOrd="1" destOrd="0" parTransId="{2F7C35DE-F925-411E-AA12-67DAF47691C7}" sibTransId="{12C807F2-882D-4106-924C-E56973BEA25F}"/>
    <dgm:cxn modelId="{FF397E6B-0D80-4AF8-B571-A8A9C04BB32F}" type="presOf" srcId="{DF1F75FC-8F62-403D-9098-5B1B76C0671A}" destId="{89BE4D2C-8989-4B92-A145-153F06106DDD}" srcOrd="0" destOrd="0" presId="urn:microsoft.com/office/officeart/2005/8/layout/StepDownProcess"/>
    <dgm:cxn modelId="{E5A263AB-98C7-4C72-A4DF-0C57B958529A}" type="presOf" srcId="{86F4D95C-D543-4854-8249-4115A6D44A2F}" destId="{08FC8F86-D5D2-4C17-9A38-6B9786EBAE44}" srcOrd="0" destOrd="0" presId="urn:microsoft.com/office/officeart/2005/8/layout/StepDownProcess"/>
    <dgm:cxn modelId="{F75EDBCB-6109-4357-887E-7EDF3B9427E6}" type="presOf" srcId="{6FF0E671-8F84-42AE-A9D5-DAA923BF1E3B}" destId="{F086DE15-D165-428D-B37E-1CB7446776AE}" srcOrd="0" destOrd="0" presId="urn:microsoft.com/office/officeart/2005/8/layout/StepDownProcess"/>
    <dgm:cxn modelId="{A7952EDC-C418-486D-B27B-DF4E48E0BDEF}" type="presOf" srcId="{4C546093-1A5E-45DA-9F18-0316538626D7}" destId="{0B1A2302-236F-4583-8B49-A96B3AC94A5D}" srcOrd="0" destOrd="0" presId="urn:microsoft.com/office/officeart/2005/8/layout/StepDownProcess"/>
    <dgm:cxn modelId="{D870A7DE-1FD6-498A-A343-C8D3888284DC}" srcId="{DF1F75FC-8F62-403D-9098-5B1B76C0671A}" destId="{86F4D95C-D543-4854-8249-4115A6D44A2F}" srcOrd="2" destOrd="0" parTransId="{D15B7ABD-7ADC-4C65-83B7-54A1917DC6D5}" sibTransId="{A5F9E657-7853-460C-88C5-2E7DDAD532B8}"/>
    <dgm:cxn modelId="{24F88DF5-DBDC-4F39-8A59-4AE68F46A661}" srcId="{DF1F75FC-8F62-403D-9098-5B1B76C0671A}" destId="{4C546093-1A5E-45DA-9F18-0316538626D7}" srcOrd="0" destOrd="0" parTransId="{F36560A0-A3BD-4786-84FE-AE142844337D}" sibTransId="{626D71D2-8545-415C-82D8-1FEFF175D19C}"/>
    <dgm:cxn modelId="{06E70D58-1B2E-4531-AD5B-9D4502876413}" type="presParOf" srcId="{89BE4D2C-8989-4B92-A145-153F06106DDD}" destId="{05EB2FE5-62CA-4C61-AA49-D2E6E8047060}" srcOrd="0" destOrd="0" presId="urn:microsoft.com/office/officeart/2005/8/layout/StepDownProcess"/>
    <dgm:cxn modelId="{3595CE43-1403-43E4-95DF-A131ADC861C1}" type="presParOf" srcId="{05EB2FE5-62CA-4C61-AA49-D2E6E8047060}" destId="{D6599DB6-58D4-46A4-905F-E180611C8F74}" srcOrd="0" destOrd="0" presId="urn:microsoft.com/office/officeart/2005/8/layout/StepDownProcess"/>
    <dgm:cxn modelId="{B4740AB3-D516-441A-A0B2-769ECB13E0CC}" type="presParOf" srcId="{05EB2FE5-62CA-4C61-AA49-D2E6E8047060}" destId="{0B1A2302-236F-4583-8B49-A96B3AC94A5D}" srcOrd="1" destOrd="0" presId="urn:microsoft.com/office/officeart/2005/8/layout/StepDownProcess"/>
    <dgm:cxn modelId="{61D2AE89-C3E8-4448-B7DD-E45757CD146F}" type="presParOf" srcId="{05EB2FE5-62CA-4C61-AA49-D2E6E8047060}" destId="{7F6CA8BE-94B6-4759-B9B6-BFB200986282}" srcOrd="2" destOrd="0" presId="urn:microsoft.com/office/officeart/2005/8/layout/StepDownProcess"/>
    <dgm:cxn modelId="{8A955845-0B9F-419F-AB7B-73CE99343540}" type="presParOf" srcId="{89BE4D2C-8989-4B92-A145-153F06106DDD}" destId="{ADCEEEA8-BF8B-4E0C-9B34-697C80A2E2F3}" srcOrd="1" destOrd="0" presId="urn:microsoft.com/office/officeart/2005/8/layout/StepDownProcess"/>
    <dgm:cxn modelId="{5ECD80CE-3AC7-496A-B9F0-2B4238F17723}" type="presParOf" srcId="{89BE4D2C-8989-4B92-A145-153F06106DDD}" destId="{B673B458-E439-45EA-942E-43DC8CDDDB1B}" srcOrd="2" destOrd="0" presId="urn:microsoft.com/office/officeart/2005/8/layout/StepDownProcess"/>
    <dgm:cxn modelId="{3ED6EC15-7698-4FAB-8AF2-512D8B30FCC9}" type="presParOf" srcId="{B673B458-E439-45EA-942E-43DC8CDDDB1B}" destId="{1B8CF436-95C0-4560-B5FE-680185977E8E}" srcOrd="0" destOrd="0" presId="urn:microsoft.com/office/officeart/2005/8/layout/StepDownProcess"/>
    <dgm:cxn modelId="{848E9F5B-BAA3-4972-8F71-EBC84F7042EF}" type="presParOf" srcId="{B673B458-E439-45EA-942E-43DC8CDDDB1B}" destId="{F086DE15-D165-428D-B37E-1CB7446776AE}" srcOrd="1" destOrd="0" presId="urn:microsoft.com/office/officeart/2005/8/layout/StepDownProcess"/>
    <dgm:cxn modelId="{90497B79-D2CE-4F4C-9FDB-52C4F1ED7E74}" type="presParOf" srcId="{B673B458-E439-45EA-942E-43DC8CDDDB1B}" destId="{DD5C6E60-1720-4936-BDDA-16869987AE8F}" srcOrd="2" destOrd="0" presId="urn:microsoft.com/office/officeart/2005/8/layout/StepDownProcess"/>
    <dgm:cxn modelId="{E487A2A1-346C-4E73-AF28-169C8BC62241}" type="presParOf" srcId="{89BE4D2C-8989-4B92-A145-153F06106DDD}" destId="{91CB40AC-71CD-4A95-BBD5-CA30851ACDD9}" srcOrd="3" destOrd="0" presId="urn:microsoft.com/office/officeart/2005/8/layout/StepDownProcess"/>
    <dgm:cxn modelId="{144A7625-DB20-4BC0-B001-54E9487F108D}" type="presParOf" srcId="{89BE4D2C-8989-4B92-A145-153F06106DDD}" destId="{C870B73B-4888-4C9B-8052-B5F1861C3789}" srcOrd="4" destOrd="0" presId="urn:microsoft.com/office/officeart/2005/8/layout/StepDownProcess"/>
    <dgm:cxn modelId="{1ED736EA-43F6-4FB8-90CD-441F4108F917}" type="presParOf" srcId="{C870B73B-4888-4C9B-8052-B5F1861C3789}" destId="{08FC8F86-D5D2-4C17-9A38-6B9786EBAE44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DEDF58-61F6-45D3-BB63-058C5BA8527B}">
      <dsp:nvSpPr>
        <dsp:cNvPr id="0" name=""/>
        <dsp:cNvSpPr/>
      </dsp:nvSpPr>
      <dsp:spPr>
        <a:xfrm rot="16200000">
          <a:off x="-762125" y="762125"/>
          <a:ext cx="3067064" cy="1542813"/>
        </a:xfrm>
        <a:prstGeom prst="flowChartManualOperation">
          <a:avLst/>
        </a:prstGeom>
        <a:solidFill>
          <a:srgbClr val="AD283B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0" tIns="0" rIns="12700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 dirty="0" err="1"/>
            <a:t>Erp</a:t>
          </a:r>
          <a:endParaRPr lang="fr-FR" sz="20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(825;6)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 err="1"/>
            <a:t>Product_id</a:t>
          </a:r>
          <a:endParaRPr lang="fr-FR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Price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 err="1"/>
            <a:t>Stock_quantity</a:t>
          </a:r>
          <a:endParaRPr lang="fr-FR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 err="1"/>
            <a:t>Purchase_price</a:t>
          </a:r>
          <a:endParaRPr lang="fr-FR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…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400" kern="1200" dirty="0"/>
        </a:p>
      </dsp:txBody>
      <dsp:txXfrm rot="5400000">
        <a:off x="0" y="613413"/>
        <a:ext cx="1542813" cy="1840238"/>
      </dsp:txXfrm>
    </dsp:sp>
    <dsp:sp modelId="{697F558D-5C1C-42F4-9DD8-20ADDDE3D975}">
      <dsp:nvSpPr>
        <dsp:cNvPr id="0" name=""/>
        <dsp:cNvSpPr/>
      </dsp:nvSpPr>
      <dsp:spPr>
        <a:xfrm rot="16200000">
          <a:off x="896992" y="762125"/>
          <a:ext cx="3067064" cy="1542813"/>
        </a:xfrm>
        <a:prstGeom prst="flowChartManualOperation">
          <a:avLst/>
        </a:prstGeom>
        <a:solidFill>
          <a:srgbClr val="AD283B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0" tIns="0" rIns="109141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 dirty="0"/>
            <a:t>Web</a:t>
          </a:r>
          <a:r>
            <a:rPr lang="fr-FR" sz="1700" kern="1200" dirty="0"/>
            <a:t>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/>
            <a:t>(1513;29)</a:t>
          </a:r>
          <a:endParaRPr lang="fr-FR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/>
            <a:t>Sku</a:t>
          </a:r>
          <a:endParaRPr lang="fr-FR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/>
            <a:t>Total_sales</a:t>
          </a:r>
          <a:endParaRPr lang="fr-FR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/>
            <a:t>Tax_status</a:t>
          </a:r>
          <a:endParaRPr lang="fr-FR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/>
            <a:t>Product_type</a:t>
          </a:r>
          <a:endParaRPr lang="fr-FR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/>
            <a:t>Post_type </a:t>
          </a:r>
          <a:endParaRPr lang="fr-FR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/>
            <a:t>…</a:t>
          </a:r>
          <a:endParaRPr lang="fr-FR" sz="1300" kern="1200" dirty="0"/>
        </a:p>
      </dsp:txBody>
      <dsp:txXfrm rot="5400000">
        <a:off x="1659117" y="613413"/>
        <a:ext cx="1542813" cy="1840238"/>
      </dsp:txXfrm>
    </dsp:sp>
    <dsp:sp modelId="{5BF7724A-1A1E-429E-9A1D-645030500B68}">
      <dsp:nvSpPr>
        <dsp:cNvPr id="0" name=""/>
        <dsp:cNvSpPr/>
      </dsp:nvSpPr>
      <dsp:spPr>
        <a:xfrm rot="16200000">
          <a:off x="2555516" y="762125"/>
          <a:ext cx="3067064" cy="1542813"/>
        </a:xfrm>
        <a:prstGeom prst="flowChartManualOperation">
          <a:avLst/>
        </a:prstGeom>
        <a:solidFill>
          <a:srgbClr val="AD283B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0" tIns="0" rIns="109141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/>
            <a:t>Liaison</a:t>
          </a:r>
          <a:endParaRPr lang="fr-FR" sz="1700" b="1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/>
            <a:t>(825;2)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/>
            <a:t>Id_web</a:t>
          </a:r>
          <a:endParaRPr lang="fr-FR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/>
            <a:t>Product_id</a:t>
          </a:r>
          <a:endParaRPr lang="fr-FR" sz="1300" kern="1200" dirty="0"/>
        </a:p>
      </dsp:txBody>
      <dsp:txXfrm rot="5400000">
        <a:off x="3317641" y="613413"/>
        <a:ext cx="1542813" cy="18402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599DB6-58D4-46A4-905F-E180611C8F74}">
      <dsp:nvSpPr>
        <dsp:cNvPr id="0" name=""/>
        <dsp:cNvSpPr/>
      </dsp:nvSpPr>
      <dsp:spPr>
        <a:xfrm rot="5400000">
          <a:off x="1174745" y="987699"/>
          <a:ext cx="878593" cy="100024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rgbClr val="F0656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1A2302-236F-4583-8B49-A96B3AC94A5D}">
      <dsp:nvSpPr>
        <dsp:cNvPr id="0" name=""/>
        <dsp:cNvSpPr/>
      </dsp:nvSpPr>
      <dsp:spPr>
        <a:xfrm>
          <a:off x="926357" y="19480"/>
          <a:ext cx="1479035" cy="1035276"/>
        </a:xfrm>
        <a:prstGeom prst="roundRect">
          <a:avLst>
            <a:gd name="adj" fmla="val 16670"/>
          </a:avLst>
        </a:prstGeom>
        <a:solidFill>
          <a:srgbClr val="AD283B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Analyse des doublons et  données manquantes </a:t>
          </a:r>
        </a:p>
      </dsp:txBody>
      <dsp:txXfrm>
        <a:off x="976904" y="70027"/>
        <a:ext cx="1377941" cy="934182"/>
      </dsp:txXfrm>
    </dsp:sp>
    <dsp:sp modelId="{7F6CA8BE-94B6-4759-B9B6-BFB200986282}">
      <dsp:nvSpPr>
        <dsp:cNvPr id="0" name=""/>
        <dsp:cNvSpPr/>
      </dsp:nvSpPr>
      <dsp:spPr>
        <a:xfrm>
          <a:off x="2405392" y="118217"/>
          <a:ext cx="1075709" cy="836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8CF436-95C0-4560-B5FE-680185977E8E}">
      <dsp:nvSpPr>
        <dsp:cNvPr id="0" name=""/>
        <dsp:cNvSpPr/>
      </dsp:nvSpPr>
      <dsp:spPr>
        <a:xfrm rot="5400000">
          <a:off x="2385408" y="2156376"/>
          <a:ext cx="878593" cy="100024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rgbClr val="F0656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86DE15-D165-428D-B37E-1CB7446776AE}">
      <dsp:nvSpPr>
        <dsp:cNvPr id="0" name=""/>
        <dsp:cNvSpPr/>
      </dsp:nvSpPr>
      <dsp:spPr>
        <a:xfrm>
          <a:off x="2152634" y="1182437"/>
          <a:ext cx="1479035" cy="1035276"/>
        </a:xfrm>
        <a:prstGeom prst="roundRect">
          <a:avLst>
            <a:gd name="adj" fmla="val 16670"/>
          </a:avLst>
        </a:prstGeom>
        <a:solidFill>
          <a:srgbClr val="AD283B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Identifier et traiter les valeurs aberrantes </a:t>
          </a:r>
        </a:p>
      </dsp:txBody>
      <dsp:txXfrm>
        <a:off x="2203181" y="1232984"/>
        <a:ext cx="1377941" cy="934182"/>
      </dsp:txXfrm>
    </dsp:sp>
    <dsp:sp modelId="{DD5C6E60-1720-4936-BDDA-16869987AE8F}">
      <dsp:nvSpPr>
        <dsp:cNvPr id="0" name=""/>
        <dsp:cNvSpPr/>
      </dsp:nvSpPr>
      <dsp:spPr>
        <a:xfrm>
          <a:off x="3631669" y="1281174"/>
          <a:ext cx="1075709" cy="836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FC8F86-D5D2-4C17-9A38-6B9786EBAE44}">
      <dsp:nvSpPr>
        <dsp:cNvPr id="0" name=""/>
        <dsp:cNvSpPr/>
      </dsp:nvSpPr>
      <dsp:spPr>
        <a:xfrm>
          <a:off x="3378911" y="2345394"/>
          <a:ext cx="1479035" cy="1035276"/>
        </a:xfrm>
        <a:prstGeom prst="roundRect">
          <a:avLst>
            <a:gd name="adj" fmla="val 16670"/>
          </a:avLst>
        </a:prstGeom>
        <a:solidFill>
          <a:srgbClr val="AD283B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Corriger les erreurs de saisies</a:t>
          </a:r>
        </a:p>
      </dsp:txBody>
      <dsp:txXfrm>
        <a:off x="3429458" y="2395941"/>
        <a:ext cx="1377941" cy="9341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02/10/2025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02/10/2025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02/10/2025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02/10/2025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02/10/2025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02/10/2025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02/10/2025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02/10/2025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02/10/2025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02/10/2025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02/10/2025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02334-7E8B-4320-A1E2-4B05AC15A670}" type="datetimeFigureOut">
              <a:rPr lang="fr-FR" smtClean="0"/>
              <a:pPr/>
              <a:t>02/10/2025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svg"/><Relationship Id="rId7" Type="http://schemas.openxmlformats.org/officeDocument/2006/relationships/diagramColors" Target="../diagrams/colors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6.svg"/><Relationship Id="rId7" Type="http://schemas.openxmlformats.org/officeDocument/2006/relationships/diagramColors" Target="../diagrams/colors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1880EA7-8C46-566B-9D9B-8828EE646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75" y="520835"/>
            <a:ext cx="4640574" cy="3080026"/>
          </a:xfrm>
          <a:prstGeom prst="rect">
            <a:avLst/>
          </a:prstGeom>
        </p:spPr>
      </p:pic>
      <p:pic>
        <p:nvPicPr>
          <p:cNvPr id="1514" name="Picture 490" descr="C:\Users\Tom\AppData\Local\Microsoft\Windows\Temporary Internet Files\Content.IE5\CVCJG8ZL\MPj04385690000[1].jp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5650991" y="1075967"/>
            <a:ext cx="3129534" cy="4706066"/>
          </a:xfrm>
          <a:prstGeom prst="rect">
            <a:avLst/>
          </a:prstGeom>
          <a:solidFill>
            <a:srgbClr val="F06561"/>
          </a:solidFill>
        </p:spPr>
      </p:pic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5022619F-881B-54C3-FA8A-6F18CA47366B}"/>
              </a:ext>
            </a:extLst>
          </p:cNvPr>
          <p:cNvSpPr/>
          <p:nvPr/>
        </p:nvSpPr>
        <p:spPr>
          <a:xfrm>
            <a:off x="1547664" y="5085184"/>
            <a:ext cx="2249408" cy="538829"/>
          </a:xfrm>
          <a:prstGeom prst="roundRect">
            <a:avLst/>
          </a:prstGeom>
          <a:solidFill>
            <a:srgbClr val="AD28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Octobre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9F7EBD-7A48-BAD0-C15A-3A4EB7E33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rgbClr val="AD283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br>
              <a:rPr lang="fr-FR" sz="30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0"/>
                  </a:ext>
                </a:extLst>
              </a:rPr>
            </a:br>
            <a:r>
              <a:rPr lang="fr-FR" sz="30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0"/>
                  </a:ext>
                </a:extLst>
              </a:rPr>
              <a:t>Présentation </a:t>
            </a:r>
            <a:r>
              <a:rPr lang="fr-FR" sz="30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2"/>
                  </a:ext>
                </a:extLst>
              </a:rPr>
              <a:t>des Données </a:t>
            </a:r>
            <a:br>
              <a:rPr lang="fr-FR" sz="30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lang="fr-FR" sz="3000" dirty="0"/>
          </a:p>
        </p:txBody>
      </p:sp>
      <p:pic>
        <p:nvPicPr>
          <p:cNvPr id="7" name="Graphique 6" descr="Champagne avec un remplissage uni">
            <a:extLst>
              <a:ext uri="{FF2B5EF4-FFF2-40B4-BE49-F238E27FC236}">
                <a16:creationId xmlns:a16="http://schemas.microsoft.com/office/drawing/2014/main" id="{0F33CAA1-DC51-AA54-1573-BE4CBFE3E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44408" y="260648"/>
            <a:ext cx="745232" cy="745232"/>
          </a:xfrm>
          <a:prstGeom prst="rect">
            <a:avLst/>
          </a:prstGeom>
        </p:spPr>
      </p:pic>
      <p:graphicFrame>
        <p:nvGraphicFramePr>
          <p:cNvPr id="9" name="Diagramme 8">
            <a:extLst>
              <a:ext uri="{FF2B5EF4-FFF2-40B4-BE49-F238E27FC236}">
                <a16:creationId xmlns:a16="http://schemas.microsoft.com/office/drawing/2014/main" id="{BA0C7F27-42DF-9D96-AFA5-85B5C54A7E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8687574"/>
              </p:ext>
            </p:extLst>
          </p:nvPr>
        </p:nvGraphicFramePr>
        <p:xfrm>
          <a:off x="2141476" y="2447492"/>
          <a:ext cx="4861048" cy="30670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58849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57789-7BB7-722B-78E2-8164B89C3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6E21FE-64C4-D993-0B6E-88F12F16C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rgbClr val="AD283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br>
              <a:rPr lang="fr-FR" sz="30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</a:br>
            <a:r>
              <a:rPr lang="fr-FR" sz="30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Et le RGPD dans tout ça?</a:t>
            </a:r>
            <a:br>
              <a:rPr lang="fr-FR" sz="30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lang="fr-FR" sz="3000" dirty="0"/>
          </a:p>
        </p:txBody>
      </p:sp>
      <p:pic>
        <p:nvPicPr>
          <p:cNvPr id="7" name="Graphique 6" descr="Champagne avec un remplissage uni">
            <a:extLst>
              <a:ext uri="{FF2B5EF4-FFF2-40B4-BE49-F238E27FC236}">
                <a16:creationId xmlns:a16="http://schemas.microsoft.com/office/drawing/2014/main" id="{55814997-FF38-0AAF-78D7-5733B10EF1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44408" y="260648"/>
            <a:ext cx="745232" cy="745232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BA497961-AC3E-EB99-86A7-BEB5040B05C8}"/>
              </a:ext>
            </a:extLst>
          </p:cNvPr>
          <p:cNvSpPr txBox="1"/>
          <p:nvPr/>
        </p:nvSpPr>
        <p:spPr>
          <a:xfrm>
            <a:off x="1403648" y="2348880"/>
            <a:ext cx="7128792" cy="3456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Les principes des règles de protection des données personnelles:</a:t>
            </a:r>
          </a:p>
          <a:p>
            <a:pPr algn="ctr"/>
            <a:endParaRPr lang="fr-FR" dirty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dirty="0"/>
              <a:t>Le principe de finalité</a:t>
            </a:r>
          </a:p>
          <a:p>
            <a:endParaRPr lang="fr-FR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dirty="0"/>
              <a:t>Le principe de proportionnalité et de pertinence</a:t>
            </a:r>
          </a:p>
          <a:p>
            <a:endParaRPr lang="fr-FR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dirty="0"/>
              <a:t>Le principe d’une durée de conservation limitée</a:t>
            </a:r>
          </a:p>
          <a:p>
            <a:endParaRPr lang="fr-FR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dirty="0"/>
              <a:t>Le principe de sécurité et de confidentialité</a:t>
            </a:r>
          </a:p>
          <a:p>
            <a:endParaRPr lang="fr-FR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dirty="0"/>
              <a:t>Les droits des personnes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21616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80B29-6348-1614-15E4-E856188A3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669DFC-2237-6C55-2766-5AAF064BA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rgbClr val="AD283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br>
              <a:rPr lang="fr-FR" sz="34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</a:br>
            <a:r>
              <a:rPr lang="fr-FR" sz="34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Nettoyage </a:t>
            </a:r>
            <a:r>
              <a:rPr lang="fr-FR" sz="34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des Données </a:t>
            </a:r>
            <a:br>
              <a:rPr lang="fr-FR" sz="44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lang="fr-FR" dirty="0"/>
          </a:p>
        </p:txBody>
      </p:sp>
      <p:pic>
        <p:nvPicPr>
          <p:cNvPr id="5" name="Graphique 4" descr="Vin contour">
            <a:extLst>
              <a:ext uri="{FF2B5EF4-FFF2-40B4-BE49-F238E27FC236}">
                <a16:creationId xmlns:a16="http://schemas.microsoft.com/office/drawing/2014/main" id="{8F8D7109-8BE1-A876-96F2-0526CE6265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16416" y="260648"/>
            <a:ext cx="720080" cy="720080"/>
          </a:xfrm>
          <a:prstGeom prst="rect">
            <a:avLst/>
          </a:prstGeom>
        </p:spPr>
      </p:pic>
      <p:graphicFrame>
        <p:nvGraphicFramePr>
          <p:cNvPr id="6" name="Diagramme 5">
            <a:extLst>
              <a:ext uri="{FF2B5EF4-FFF2-40B4-BE49-F238E27FC236}">
                <a16:creationId xmlns:a16="http://schemas.microsoft.com/office/drawing/2014/main" id="{4046A090-00AA-ECD6-C612-7D91205A21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7537501"/>
              </p:ext>
            </p:extLst>
          </p:nvPr>
        </p:nvGraphicFramePr>
        <p:xfrm>
          <a:off x="1187624" y="2010708"/>
          <a:ext cx="5784304" cy="3400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8" name="Groupe 7">
            <a:extLst>
              <a:ext uri="{FF2B5EF4-FFF2-40B4-BE49-F238E27FC236}">
                <a16:creationId xmlns:a16="http://schemas.microsoft.com/office/drawing/2014/main" id="{453921D9-3FAB-91F6-A350-3C3202BB463D}"/>
              </a:ext>
            </a:extLst>
          </p:cNvPr>
          <p:cNvGrpSpPr/>
          <p:nvPr/>
        </p:nvGrpSpPr>
        <p:grpSpPr>
          <a:xfrm>
            <a:off x="5716264" y="5484557"/>
            <a:ext cx="1479035" cy="1035276"/>
            <a:chOff x="2841057" y="2345394"/>
            <a:chExt cx="1479035" cy="1035276"/>
          </a:xfrm>
        </p:grpSpPr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54CB18B0-A314-855B-FFEF-C90F9E4D83C1}"/>
                </a:ext>
              </a:extLst>
            </p:cNvPr>
            <p:cNvSpPr/>
            <p:nvPr/>
          </p:nvSpPr>
          <p:spPr>
            <a:xfrm>
              <a:off x="2841057" y="2345394"/>
              <a:ext cx="1479035" cy="1035276"/>
            </a:xfrm>
            <a:prstGeom prst="roundRect">
              <a:avLst>
                <a:gd name="adj" fmla="val 16670"/>
              </a:avLst>
            </a:prstGeom>
            <a:solidFill>
              <a:srgbClr val="AD283B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shade val="80000"/>
                <a:hueOff val="-35872"/>
                <a:satOff val="-4024"/>
                <a:lumOff val="2568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0" name="Rectangle : coins arrondis 4">
              <a:extLst>
                <a:ext uri="{FF2B5EF4-FFF2-40B4-BE49-F238E27FC236}">
                  <a16:creationId xmlns:a16="http://schemas.microsoft.com/office/drawing/2014/main" id="{1A27EE86-CCE4-B52E-39CE-CC6A43F321B4}"/>
                </a:ext>
              </a:extLst>
            </p:cNvPr>
            <p:cNvSpPr txBox="1"/>
            <p:nvPr/>
          </p:nvSpPr>
          <p:spPr>
            <a:xfrm>
              <a:off x="2891604" y="2395941"/>
              <a:ext cx="1377941" cy="9341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1400" dirty="0"/>
                <a:t>Conserv</a:t>
              </a:r>
              <a:r>
                <a:rPr lang="fr-FR" sz="1400" kern="1200" dirty="0"/>
                <a:t>er les variables utiles</a:t>
              </a:r>
            </a:p>
          </p:txBody>
        </p:sp>
      </p:grpSp>
      <p:sp>
        <p:nvSpPr>
          <p:cNvPr id="11" name="Flèche : angle droit 10">
            <a:extLst>
              <a:ext uri="{FF2B5EF4-FFF2-40B4-BE49-F238E27FC236}">
                <a16:creationId xmlns:a16="http://schemas.microsoft.com/office/drawing/2014/main" id="{8ED7A1AC-62B3-1B79-069A-36173A370071}"/>
              </a:ext>
            </a:extLst>
          </p:cNvPr>
          <p:cNvSpPr/>
          <p:nvPr/>
        </p:nvSpPr>
        <p:spPr>
          <a:xfrm rot="5400000">
            <a:off x="4776843" y="5333156"/>
            <a:ext cx="878593" cy="1000248"/>
          </a:xfrm>
          <a:prstGeom prst="bentUpArrow">
            <a:avLst>
              <a:gd name="adj1" fmla="val 32840"/>
              <a:gd name="adj2" fmla="val 25000"/>
              <a:gd name="adj3" fmla="val 35780"/>
            </a:avLst>
          </a:prstGeom>
          <a:solidFill>
            <a:srgbClr val="F0656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50000"/>
              <a:hueOff val="-3809"/>
              <a:satOff val="-2729"/>
              <a:lumOff val="11191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3833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C4582-A75D-9AB9-F90A-791BB9B3D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A5ABEA-2230-17E0-31C6-866433C5F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rgbClr val="AD283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fr-FR" sz="34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0"/>
                  </a:ext>
                </a:extLst>
              </a:rPr>
              <a:t>Nettoyage </a:t>
            </a:r>
            <a:r>
              <a:rPr lang="fr-FR" sz="34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2"/>
                  </a:ext>
                </a:extLst>
              </a:rPr>
              <a:t>des Données</a:t>
            </a:r>
            <a:endParaRPr lang="fr-FR" dirty="0"/>
          </a:p>
        </p:txBody>
      </p:sp>
      <p:pic>
        <p:nvPicPr>
          <p:cNvPr id="5" name="Graphique 4" descr="Vin contour">
            <a:extLst>
              <a:ext uri="{FF2B5EF4-FFF2-40B4-BE49-F238E27FC236}">
                <a16:creationId xmlns:a16="http://schemas.microsoft.com/office/drawing/2014/main" id="{AF00D38F-37BA-23F2-0CF3-65FEFE99CF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16416" y="260648"/>
            <a:ext cx="720080" cy="720080"/>
          </a:xfrm>
          <a:prstGeom prst="rect">
            <a:avLst/>
          </a:prstGeom>
        </p:spPr>
      </p:pic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D582794A-6186-5082-11B4-4B93719BC5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007866"/>
              </p:ext>
            </p:extLst>
          </p:nvPr>
        </p:nvGraphicFramePr>
        <p:xfrm>
          <a:off x="3335207" y="1858453"/>
          <a:ext cx="5524500" cy="16992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2931058855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920537169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3798709736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83600389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723567966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314044386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  <a:endParaRPr lang="fr-FR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AD28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product_id</a:t>
                      </a:r>
                      <a:endParaRPr lang="fr-FR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AD28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onsale_web</a:t>
                      </a:r>
                      <a:endParaRPr lang="fr-FR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AD28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price</a:t>
                      </a:r>
                      <a:endParaRPr lang="fr-FR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AD28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stock_quantity</a:t>
                      </a:r>
                      <a:endParaRPr lang="fr-FR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R w="12700" cmpd="sng">
                      <a:noFill/>
                    </a:lnR>
                    <a:solidFill>
                      <a:srgbClr val="AD28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purchase_price</a:t>
                      </a:r>
                      <a:endParaRPr lang="fr-FR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28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4021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count</a:t>
                      </a:r>
                      <a:endParaRPr lang="fr-FR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AD283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825.0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825.0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825.0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825.0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825.0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748635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mean</a:t>
                      </a:r>
                      <a:endParaRPr lang="fr-FR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AD283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5162.59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0.86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32.18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21.59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16.94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9747214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std</a:t>
                      </a:r>
                      <a:endParaRPr lang="fr-FR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AD283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902.64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0.33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26.71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21.93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 dirty="0">
                          <a:effectLst/>
                        </a:rPr>
                        <a:t>14.56</a:t>
                      </a:r>
                      <a:endParaRPr lang="fr-FR" sz="10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265855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min</a:t>
                      </a:r>
                      <a:endParaRPr lang="fr-FR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AD283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3847.0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0.0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 dirty="0">
                          <a:effectLst/>
                          <a:highlight>
                            <a:srgbClr val="FEB9B0"/>
                          </a:highlight>
                        </a:rPr>
                        <a:t>-20.0</a:t>
                      </a:r>
                      <a:endParaRPr lang="fr-FR" sz="1000" b="0" i="0" u="none" strike="noStrike" dirty="0">
                        <a:solidFill>
                          <a:srgbClr val="1F1F1F"/>
                        </a:solidFill>
                        <a:effectLst/>
                        <a:highlight>
                          <a:srgbClr val="FEB9B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 dirty="0">
                          <a:effectLst/>
                          <a:highlight>
                            <a:srgbClr val="FEB9B0"/>
                          </a:highlight>
                        </a:rPr>
                        <a:t>-10.0</a:t>
                      </a:r>
                      <a:endParaRPr lang="fr-FR" sz="1000" b="0" i="0" u="none" strike="noStrike" dirty="0">
                        <a:solidFill>
                          <a:srgbClr val="1F1F1F"/>
                        </a:solidFill>
                        <a:effectLst/>
                        <a:highlight>
                          <a:srgbClr val="FEB9B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2.74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5783127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25%</a:t>
                      </a:r>
                      <a:endParaRPr lang="fr-FR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AD283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4348.0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1.0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14.5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7.0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7.59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5713598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50%</a:t>
                      </a:r>
                      <a:endParaRPr lang="fr-FR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AD283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4907.0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1.0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24.3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18.0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12.71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98557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75%</a:t>
                      </a:r>
                      <a:endParaRPr lang="fr-FR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AD283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5805.0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1.0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42.0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30.0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22.02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535444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max</a:t>
                      </a:r>
                      <a:endParaRPr lang="fr-FR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AD283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7338.0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1.0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225.0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145.0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 dirty="0">
                          <a:effectLst/>
                        </a:rPr>
                        <a:t>137.81</a:t>
                      </a:r>
                      <a:endParaRPr lang="fr-FR" sz="10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57737977"/>
                  </a:ext>
                </a:extLst>
              </a:tr>
            </a:tbl>
          </a:graphicData>
        </a:graphic>
      </p:graphicFrame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19FE9691-FDAB-315E-AC27-7A6366AC0A78}"/>
              </a:ext>
            </a:extLst>
          </p:cNvPr>
          <p:cNvSpPr/>
          <p:nvPr/>
        </p:nvSpPr>
        <p:spPr>
          <a:xfrm>
            <a:off x="3335207" y="1558915"/>
            <a:ext cx="5524500" cy="288032"/>
          </a:xfrm>
          <a:prstGeom prst="roundRect">
            <a:avLst/>
          </a:prstGeom>
          <a:solidFill>
            <a:srgbClr val="AD283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ERP</a:t>
            </a:r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A0AD2333-3B65-815F-CC8F-C827E9B2A8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727292"/>
              </p:ext>
            </p:extLst>
          </p:nvPr>
        </p:nvGraphicFramePr>
        <p:xfrm>
          <a:off x="3335207" y="4042126"/>
          <a:ext cx="5524500" cy="792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5227">
                  <a:extLst>
                    <a:ext uri="{9D8B030D-6E8A-4147-A177-3AD203B41FA5}">
                      <a16:colId xmlns:a16="http://schemas.microsoft.com/office/drawing/2014/main" val="3466751445"/>
                    </a:ext>
                  </a:extLst>
                </a:gridCol>
                <a:gridCol w="798832">
                  <a:extLst>
                    <a:ext uri="{9D8B030D-6E8A-4147-A177-3AD203B41FA5}">
                      <a16:colId xmlns:a16="http://schemas.microsoft.com/office/drawing/2014/main" val="116967307"/>
                    </a:ext>
                  </a:extLst>
                </a:gridCol>
                <a:gridCol w="887592">
                  <a:extLst>
                    <a:ext uri="{9D8B030D-6E8A-4147-A177-3AD203B41FA5}">
                      <a16:colId xmlns:a16="http://schemas.microsoft.com/office/drawing/2014/main" val="2774449878"/>
                    </a:ext>
                  </a:extLst>
                </a:gridCol>
                <a:gridCol w="443796">
                  <a:extLst>
                    <a:ext uri="{9D8B030D-6E8A-4147-A177-3AD203B41FA5}">
                      <a16:colId xmlns:a16="http://schemas.microsoft.com/office/drawing/2014/main" val="2210526964"/>
                    </a:ext>
                  </a:extLst>
                </a:gridCol>
                <a:gridCol w="1007228">
                  <a:extLst>
                    <a:ext uri="{9D8B030D-6E8A-4147-A177-3AD203B41FA5}">
                      <a16:colId xmlns:a16="http://schemas.microsoft.com/office/drawing/2014/main" val="641259071"/>
                    </a:ext>
                  </a:extLst>
                </a:gridCol>
                <a:gridCol w="873557">
                  <a:extLst>
                    <a:ext uri="{9D8B030D-6E8A-4147-A177-3AD203B41FA5}">
                      <a16:colId xmlns:a16="http://schemas.microsoft.com/office/drawing/2014/main" val="1064801162"/>
                    </a:ext>
                  </a:extLst>
                </a:gridCol>
                <a:gridCol w="1048268">
                  <a:extLst>
                    <a:ext uri="{9D8B030D-6E8A-4147-A177-3AD203B41FA5}">
                      <a16:colId xmlns:a16="http://schemas.microsoft.com/office/drawing/2014/main" val="288835809"/>
                    </a:ext>
                  </a:extLst>
                </a:gridCol>
              </a:tblGrid>
              <a:tr h="253998">
                <a:tc>
                  <a:txBody>
                    <a:bodyPr/>
                    <a:lstStyle/>
                    <a:p>
                      <a:pPr algn="l" fontAlgn="ctr"/>
                      <a:endParaRPr lang="fr-FR" sz="1000" b="1" u="none" strike="noStrike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fontAlgn="ctr"/>
                      <a:r>
                        <a:rPr lang="fr-FR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index</a:t>
                      </a:r>
                      <a:endParaRPr lang="fr-FR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AD28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product_id</a:t>
                      </a:r>
                      <a:endParaRPr lang="fr-FR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AD28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onsale_web</a:t>
                      </a:r>
                      <a:endParaRPr lang="fr-FR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AD28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price</a:t>
                      </a:r>
                      <a:endParaRPr lang="fr-FR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AD28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stock_quantity</a:t>
                      </a:r>
                      <a:endParaRPr lang="fr-FR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AD28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stock_status</a:t>
                      </a:r>
                      <a:endParaRPr lang="fr-FR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AD28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purchase_price</a:t>
                      </a:r>
                      <a:endParaRPr lang="fr-FR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AD28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806393"/>
                  </a:ext>
                </a:extLst>
              </a:tr>
              <a:tr h="130097"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151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4233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0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 dirty="0">
                          <a:effectLst/>
                        </a:rPr>
                        <a:t>-20.0</a:t>
                      </a:r>
                      <a:endParaRPr lang="fr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EB9B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0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u="none" strike="noStrike">
                          <a:effectLst/>
                        </a:rPr>
                        <a:t>outofstock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10.33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11336967"/>
                  </a:ext>
                </a:extLst>
              </a:tr>
              <a:tr h="130097"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469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5017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0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 dirty="0">
                          <a:effectLst/>
                        </a:rPr>
                        <a:t>-8.0</a:t>
                      </a:r>
                      <a:endParaRPr lang="fr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EB9B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0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u="none" strike="noStrike">
                          <a:effectLst/>
                        </a:rPr>
                        <a:t>outofstock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4.34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41618229"/>
                  </a:ext>
                </a:extLst>
              </a:tr>
              <a:tr h="130097"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739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6594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0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 dirty="0">
                          <a:effectLst/>
                        </a:rPr>
                        <a:t>-9.1</a:t>
                      </a:r>
                      <a:endParaRPr lang="fr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EB9B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19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u="none" strike="noStrike">
                          <a:effectLst/>
                        </a:rPr>
                        <a:t>instock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 dirty="0">
                          <a:effectLst/>
                        </a:rPr>
                        <a:t>4.61</a:t>
                      </a:r>
                      <a:endParaRPr lang="fr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82350859"/>
                  </a:ext>
                </a:extLst>
              </a:tr>
            </a:tbl>
          </a:graphicData>
        </a:graphic>
      </p:graphicFrame>
      <p:graphicFrame>
        <p:nvGraphicFramePr>
          <p:cNvPr id="11" name="Tableau 10">
            <a:extLst>
              <a:ext uri="{FF2B5EF4-FFF2-40B4-BE49-F238E27FC236}">
                <a16:creationId xmlns:a16="http://schemas.microsoft.com/office/drawing/2014/main" id="{5952A2E9-AC9C-0F62-98A9-B88353E093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4442456"/>
              </p:ext>
            </p:extLst>
          </p:nvPr>
        </p:nvGraphicFramePr>
        <p:xfrm>
          <a:off x="3335206" y="6007984"/>
          <a:ext cx="5524501" cy="563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4311">
                  <a:extLst>
                    <a:ext uri="{9D8B030D-6E8A-4147-A177-3AD203B41FA5}">
                      <a16:colId xmlns:a16="http://schemas.microsoft.com/office/drawing/2014/main" val="3621950962"/>
                    </a:ext>
                  </a:extLst>
                </a:gridCol>
                <a:gridCol w="781760">
                  <a:extLst>
                    <a:ext uri="{9D8B030D-6E8A-4147-A177-3AD203B41FA5}">
                      <a16:colId xmlns:a16="http://schemas.microsoft.com/office/drawing/2014/main" val="3838949025"/>
                    </a:ext>
                  </a:extLst>
                </a:gridCol>
                <a:gridCol w="833341">
                  <a:extLst>
                    <a:ext uri="{9D8B030D-6E8A-4147-A177-3AD203B41FA5}">
                      <a16:colId xmlns:a16="http://schemas.microsoft.com/office/drawing/2014/main" val="2185849909"/>
                    </a:ext>
                  </a:extLst>
                </a:gridCol>
                <a:gridCol w="445524">
                  <a:extLst>
                    <a:ext uri="{9D8B030D-6E8A-4147-A177-3AD203B41FA5}">
                      <a16:colId xmlns:a16="http://schemas.microsoft.com/office/drawing/2014/main" val="2656597612"/>
                    </a:ext>
                  </a:extLst>
                </a:gridCol>
                <a:gridCol w="1069258">
                  <a:extLst>
                    <a:ext uri="{9D8B030D-6E8A-4147-A177-3AD203B41FA5}">
                      <a16:colId xmlns:a16="http://schemas.microsoft.com/office/drawing/2014/main" val="3280842384"/>
                    </a:ext>
                  </a:extLst>
                </a:gridCol>
                <a:gridCol w="891049">
                  <a:extLst>
                    <a:ext uri="{9D8B030D-6E8A-4147-A177-3AD203B41FA5}">
                      <a16:colId xmlns:a16="http://schemas.microsoft.com/office/drawing/2014/main" val="3829358595"/>
                    </a:ext>
                  </a:extLst>
                </a:gridCol>
                <a:gridCol w="1069258">
                  <a:extLst>
                    <a:ext uri="{9D8B030D-6E8A-4147-A177-3AD203B41FA5}">
                      <a16:colId xmlns:a16="http://schemas.microsoft.com/office/drawing/2014/main" val="2068694179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u="none" strike="noStrike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</a:rPr>
                        <a:t>index</a:t>
                      </a:r>
                      <a:endParaRPr lang="fr-FR" sz="1000" b="1" i="0" u="none" strike="noStrike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AD28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u="none" strike="noStrike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</a:rPr>
                        <a:t>product_id</a:t>
                      </a:r>
                      <a:endParaRPr lang="fr-FR" sz="1000" b="1" i="0" u="none" strike="noStrike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AD28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u="none" strike="noStrike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</a:rPr>
                        <a:t>onsale_web</a:t>
                      </a:r>
                      <a:endParaRPr lang="fr-FR" sz="1000" b="1" i="0" u="none" strike="noStrike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AD28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u="none" strike="noStrike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</a:rPr>
                        <a:t>price</a:t>
                      </a:r>
                      <a:endParaRPr lang="fr-FR" sz="1000" b="1" i="0" u="none" strike="noStrike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AD28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u="none" strike="noStrike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</a:rPr>
                        <a:t>stock_quantity</a:t>
                      </a:r>
                      <a:endParaRPr lang="fr-FR" sz="1000" b="1" i="0" u="none" strike="noStrike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AD28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u="none" strike="noStrike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</a:rPr>
                        <a:t>stock_status</a:t>
                      </a:r>
                      <a:endParaRPr lang="fr-FR" sz="1000" b="1" i="0" u="none" strike="noStrike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AD28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u="none" strike="noStrike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</a:rPr>
                        <a:t>purchase_price</a:t>
                      </a:r>
                      <a:endParaRPr lang="fr-FR" sz="1000" b="1" i="0" u="none" strike="noStrike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AD28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486522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449</a:t>
                      </a:r>
                      <a:endParaRPr lang="fr-FR" sz="10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4973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10.0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 dirty="0">
                          <a:effectLst/>
                        </a:rPr>
                        <a:t>-10</a:t>
                      </a:r>
                      <a:endParaRPr lang="fr-FR" sz="10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EB9B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u="none" strike="noStrike">
                          <a:effectLst/>
                        </a:rPr>
                        <a:t>outofstock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4.96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678515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573</a:t>
                      </a:r>
                      <a:endParaRPr lang="fr-FR" sz="10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5700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1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44.5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 dirty="0">
                          <a:effectLst/>
                        </a:rPr>
                        <a:t>-1</a:t>
                      </a:r>
                      <a:endParaRPr lang="fr-FR" sz="10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EB9B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u="none" strike="noStrike">
                          <a:effectLst/>
                        </a:rPr>
                        <a:t>outofstock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 dirty="0">
                          <a:effectLst/>
                        </a:rPr>
                        <a:t>22.3</a:t>
                      </a:r>
                      <a:endParaRPr lang="fr-FR" sz="10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57105713"/>
                  </a:ext>
                </a:extLst>
              </a:tr>
            </a:tbl>
          </a:graphicData>
        </a:graphic>
      </p:graphicFrame>
      <p:graphicFrame>
        <p:nvGraphicFramePr>
          <p:cNvPr id="13" name="Tableau 12">
            <a:extLst>
              <a:ext uri="{FF2B5EF4-FFF2-40B4-BE49-F238E27FC236}">
                <a16:creationId xmlns:a16="http://schemas.microsoft.com/office/drawing/2014/main" id="{38AAD40A-08E5-302B-0083-244A9A6C2A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9075691"/>
              </p:ext>
            </p:extLst>
          </p:nvPr>
        </p:nvGraphicFramePr>
        <p:xfrm>
          <a:off x="3335207" y="5037079"/>
          <a:ext cx="5524501" cy="563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3664">
                  <a:extLst>
                    <a:ext uri="{9D8B030D-6E8A-4147-A177-3AD203B41FA5}">
                      <a16:colId xmlns:a16="http://schemas.microsoft.com/office/drawing/2014/main" val="1625335128"/>
                    </a:ext>
                  </a:extLst>
                </a:gridCol>
                <a:gridCol w="690563">
                  <a:extLst>
                    <a:ext uri="{9D8B030D-6E8A-4147-A177-3AD203B41FA5}">
                      <a16:colId xmlns:a16="http://schemas.microsoft.com/office/drawing/2014/main" val="2957319221"/>
                    </a:ext>
                  </a:extLst>
                </a:gridCol>
                <a:gridCol w="690563">
                  <a:extLst>
                    <a:ext uri="{9D8B030D-6E8A-4147-A177-3AD203B41FA5}">
                      <a16:colId xmlns:a16="http://schemas.microsoft.com/office/drawing/2014/main" val="4253298245"/>
                    </a:ext>
                  </a:extLst>
                </a:gridCol>
                <a:gridCol w="383646">
                  <a:extLst>
                    <a:ext uri="{9D8B030D-6E8A-4147-A177-3AD203B41FA5}">
                      <a16:colId xmlns:a16="http://schemas.microsoft.com/office/drawing/2014/main" val="9389571"/>
                    </a:ext>
                  </a:extLst>
                </a:gridCol>
                <a:gridCol w="844021">
                  <a:extLst>
                    <a:ext uri="{9D8B030D-6E8A-4147-A177-3AD203B41FA5}">
                      <a16:colId xmlns:a16="http://schemas.microsoft.com/office/drawing/2014/main" val="1514649496"/>
                    </a:ext>
                  </a:extLst>
                </a:gridCol>
                <a:gridCol w="767292">
                  <a:extLst>
                    <a:ext uri="{9D8B030D-6E8A-4147-A177-3AD203B41FA5}">
                      <a16:colId xmlns:a16="http://schemas.microsoft.com/office/drawing/2014/main" val="3597904105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1006719652"/>
                    </a:ext>
                  </a:extLst>
                </a:gridCol>
                <a:gridCol w="864002">
                  <a:extLst>
                    <a:ext uri="{9D8B030D-6E8A-4147-A177-3AD203B41FA5}">
                      <a16:colId xmlns:a16="http://schemas.microsoft.com/office/drawing/2014/main" val="254024202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index</a:t>
                      </a:r>
                      <a:endParaRPr lang="fr-FR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AD28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product_id</a:t>
                      </a:r>
                      <a:endParaRPr lang="fr-FR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AD28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onsale_web</a:t>
                      </a:r>
                      <a:endParaRPr lang="fr-FR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AD28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price</a:t>
                      </a:r>
                      <a:endParaRPr lang="fr-FR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AD28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stock_quantity</a:t>
                      </a:r>
                      <a:endParaRPr lang="fr-FR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AD28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stock_status</a:t>
                      </a:r>
                      <a:endParaRPr lang="fr-FR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AD28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purchase_price</a:t>
                      </a:r>
                      <a:endParaRPr lang="fr-FR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AD28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stock_status_2</a:t>
                      </a:r>
                      <a:endParaRPr lang="fr-FR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AD28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6298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4</a:t>
                      </a:r>
                      <a:endParaRPr lang="fr-FR" sz="10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4039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1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46.0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 dirty="0">
                          <a:effectLst/>
                        </a:rPr>
                        <a:t>3</a:t>
                      </a:r>
                      <a:endParaRPr lang="fr-FR" sz="10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EB9B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u="none" strike="noStrike" dirty="0" err="1">
                          <a:effectLst/>
                        </a:rPr>
                        <a:t>outofstock</a:t>
                      </a:r>
                      <a:endParaRPr lang="fr-FR" sz="10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EB9B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23.77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u="none" strike="noStrike" dirty="0" err="1">
                          <a:effectLst/>
                        </a:rPr>
                        <a:t>instock</a:t>
                      </a:r>
                      <a:endParaRPr lang="fr-FR" sz="10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EB9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666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398</a:t>
                      </a:r>
                      <a:endParaRPr lang="fr-FR" sz="10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4885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1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18.7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EB9B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u="none" strike="noStrike" dirty="0" err="1">
                          <a:effectLst/>
                        </a:rPr>
                        <a:t>instock</a:t>
                      </a:r>
                      <a:endParaRPr lang="fr-FR" sz="10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EB9B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000" u="none" strike="noStrike">
                          <a:effectLst/>
                        </a:rPr>
                        <a:t>9.66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u="none" strike="noStrike" dirty="0" err="1">
                          <a:effectLst/>
                        </a:rPr>
                        <a:t>outofstock</a:t>
                      </a:r>
                      <a:endParaRPr lang="fr-FR" sz="10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EB9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979447"/>
                  </a:ext>
                </a:extLst>
              </a:tr>
            </a:tbl>
          </a:graphicData>
        </a:graphic>
      </p:graphicFrame>
      <p:pic>
        <p:nvPicPr>
          <p:cNvPr id="15" name="Image 14">
            <a:extLst>
              <a:ext uri="{FF2B5EF4-FFF2-40B4-BE49-F238E27FC236}">
                <a16:creationId xmlns:a16="http://schemas.microsoft.com/office/drawing/2014/main" id="{AC5B919C-E16C-D9AF-37A0-A3ECB7C887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293" y="3498365"/>
            <a:ext cx="2616793" cy="1188830"/>
          </a:xfrm>
          <a:prstGeom prst="rect">
            <a:avLst/>
          </a:prstGeom>
        </p:spPr>
      </p:pic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C0B63E2A-2540-AAC6-5CBA-A6574D9B5659}"/>
              </a:ext>
            </a:extLst>
          </p:cNvPr>
          <p:cNvSpPr/>
          <p:nvPr/>
        </p:nvSpPr>
        <p:spPr>
          <a:xfrm>
            <a:off x="284292" y="3192376"/>
            <a:ext cx="2616793" cy="299538"/>
          </a:xfrm>
          <a:prstGeom prst="roundRect">
            <a:avLst/>
          </a:prstGeom>
          <a:solidFill>
            <a:srgbClr val="AD283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LIAISON</a:t>
            </a:r>
          </a:p>
        </p:txBody>
      </p:sp>
    </p:spTree>
    <p:extLst>
      <p:ext uri="{BB962C8B-B14F-4D97-AF65-F5344CB8AC3E}">
        <p14:creationId xmlns:p14="http://schemas.microsoft.com/office/powerpoint/2010/main" val="2061425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6A5AB-EA99-7996-E591-F8C6481BA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3C8525-1090-42A6-C89B-F409A2F49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80728"/>
          </a:xfrm>
          <a:solidFill>
            <a:srgbClr val="AD283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fr-FR" sz="34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0"/>
                  </a:ext>
                </a:extLst>
              </a:rPr>
              <a:t>Nettoyage </a:t>
            </a:r>
            <a:r>
              <a:rPr lang="fr-FR" sz="34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2"/>
                  </a:ext>
                </a:extLst>
              </a:rPr>
              <a:t>des Données</a:t>
            </a:r>
            <a:endParaRPr lang="fr-FR" dirty="0"/>
          </a:p>
        </p:txBody>
      </p:sp>
      <p:pic>
        <p:nvPicPr>
          <p:cNvPr id="5" name="Graphique 4" descr="Vin contour">
            <a:extLst>
              <a:ext uri="{FF2B5EF4-FFF2-40B4-BE49-F238E27FC236}">
                <a16:creationId xmlns:a16="http://schemas.microsoft.com/office/drawing/2014/main" id="{7AD81A1A-24C3-F3F0-3CC2-A7981C5DBA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56376" y="79456"/>
            <a:ext cx="720080" cy="72008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6119DB2-8753-945F-0CAB-D01B458F95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4707" y="1379922"/>
            <a:ext cx="6771669" cy="3416400"/>
          </a:xfrm>
          <a:prstGeom prst="rect">
            <a:avLst/>
          </a:prstGeom>
          <a:solidFill>
            <a:schemeClr val="accent2"/>
          </a:solidFill>
        </p:spPr>
      </p:pic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D0DCC2C0-C2C9-9EBE-1816-DAE2D671D3E9}"/>
              </a:ext>
            </a:extLst>
          </p:cNvPr>
          <p:cNvSpPr/>
          <p:nvPr/>
        </p:nvSpPr>
        <p:spPr>
          <a:xfrm>
            <a:off x="1184708" y="1130695"/>
            <a:ext cx="6771668" cy="249227"/>
          </a:xfrm>
          <a:prstGeom prst="roundRect">
            <a:avLst/>
          </a:prstGeom>
          <a:solidFill>
            <a:srgbClr val="AD283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  <a:p>
            <a:pPr algn="ctr"/>
            <a:r>
              <a:rPr lang="fr-FR" dirty="0"/>
              <a:t>WEB</a:t>
            </a:r>
          </a:p>
          <a:p>
            <a:pPr marL="285750" indent="-285750" algn="ctr">
              <a:buFont typeface="Wingdings" panose="05000000000000000000" pitchFamily="2" charset="2"/>
              <a:buChar char="v"/>
            </a:pPr>
            <a:endParaRPr lang="fr-FR" dirty="0"/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03B3E808-6ABD-DADC-7E07-8AC3AD3465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0290036"/>
              </p:ext>
            </p:extLst>
          </p:nvPr>
        </p:nvGraphicFramePr>
        <p:xfrm>
          <a:off x="482610" y="5503533"/>
          <a:ext cx="8175861" cy="11632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3128">
                  <a:extLst>
                    <a:ext uri="{9D8B030D-6E8A-4147-A177-3AD203B41FA5}">
                      <a16:colId xmlns:a16="http://schemas.microsoft.com/office/drawing/2014/main" val="2602891241"/>
                    </a:ext>
                  </a:extLst>
                </a:gridCol>
                <a:gridCol w="1772833">
                  <a:extLst>
                    <a:ext uri="{9D8B030D-6E8A-4147-A177-3AD203B41FA5}">
                      <a16:colId xmlns:a16="http://schemas.microsoft.com/office/drawing/2014/main" val="3841555782"/>
                    </a:ext>
                  </a:extLst>
                </a:gridCol>
                <a:gridCol w="1167980">
                  <a:extLst>
                    <a:ext uri="{9D8B030D-6E8A-4147-A177-3AD203B41FA5}">
                      <a16:colId xmlns:a16="http://schemas.microsoft.com/office/drawing/2014/main" val="1922279989"/>
                    </a:ext>
                  </a:extLst>
                </a:gridCol>
                <a:gridCol w="1167980">
                  <a:extLst>
                    <a:ext uri="{9D8B030D-6E8A-4147-A177-3AD203B41FA5}">
                      <a16:colId xmlns:a16="http://schemas.microsoft.com/office/drawing/2014/main" val="1489293181"/>
                    </a:ext>
                  </a:extLst>
                </a:gridCol>
                <a:gridCol w="1167980">
                  <a:extLst>
                    <a:ext uri="{9D8B030D-6E8A-4147-A177-3AD203B41FA5}">
                      <a16:colId xmlns:a16="http://schemas.microsoft.com/office/drawing/2014/main" val="555589187"/>
                    </a:ext>
                  </a:extLst>
                </a:gridCol>
                <a:gridCol w="1167980">
                  <a:extLst>
                    <a:ext uri="{9D8B030D-6E8A-4147-A177-3AD203B41FA5}">
                      <a16:colId xmlns:a16="http://schemas.microsoft.com/office/drawing/2014/main" val="2371913733"/>
                    </a:ext>
                  </a:extLst>
                </a:gridCol>
                <a:gridCol w="1167980">
                  <a:extLst>
                    <a:ext uri="{9D8B030D-6E8A-4147-A177-3AD203B41FA5}">
                      <a16:colId xmlns:a16="http://schemas.microsoft.com/office/drawing/2014/main" val="3422562768"/>
                    </a:ext>
                  </a:extLst>
                </a:gridCol>
              </a:tblGrid>
              <a:tr h="77446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</a:rPr>
                        <a:t>index</a:t>
                      </a:r>
                      <a:endParaRPr lang="fr-FR" sz="800" b="1" i="0" u="none" strike="noStrike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AD28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</a:rPr>
                        <a:t>sku</a:t>
                      </a:r>
                      <a:endParaRPr lang="fr-FR" sz="800" b="1" i="0" u="none" strike="noStrike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AD28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</a:rPr>
                        <a:t>total_sales</a:t>
                      </a:r>
                      <a:endParaRPr lang="fr-FR" sz="800" b="1" i="0" u="none" strike="noStrike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AD28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</a:rPr>
                        <a:t>product_type</a:t>
                      </a:r>
                      <a:endParaRPr lang="fr-FR" sz="800" b="1" i="0" u="none" strike="noStrike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AD28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</a:rPr>
                        <a:t>post_status</a:t>
                      </a:r>
                      <a:endParaRPr lang="fr-FR" sz="800" b="1" i="0" u="none" strike="noStrike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AD28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</a:rPr>
                        <a:t>post_name</a:t>
                      </a:r>
                      <a:endParaRPr lang="fr-FR" sz="800" b="1" i="0" u="none" strike="noStrike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AD28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</a:rPr>
                        <a:t>post_type</a:t>
                      </a:r>
                      <a:endParaRPr lang="fr-FR" sz="800" b="1" i="0" u="none" strike="noStrike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AD28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199476"/>
                  </a:ext>
                </a:extLst>
              </a:tr>
              <a:tr h="242055">
                <a:tc>
                  <a:txBody>
                    <a:bodyPr/>
                    <a:lstStyle/>
                    <a:p>
                      <a:pPr algn="r" fontAlgn="ctr"/>
                      <a:r>
                        <a:rPr lang="fr-FR" sz="800" u="none" strike="noStrike">
                          <a:effectLst/>
                        </a:rPr>
                        <a:t>272</a:t>
                      </a:r>
                      <a:endParaRPr lang="fr-FR" sz="8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 dirty="0">
                          <a:effectLst/>
                        </a:rPr>
                        <a:t>13127-1</a:t>
                      </a:r>
                      <a:endParaRPr lang="fr-FR" sz="8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 dirty="0">
                          <a:effectLst/>
                        </a:rPr>
                        <a:t>4.0</a:t>
                      </a:r>
                      <a:endParaRPr lang="fr-FR" sz="8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 dirty="0">
                          <a:effectLst/>
                        </a:rPr>
                        <a:t>Vin</a:t>
                      </a:r>
                      <a:endParaRPr lang="fr-FR" sz="8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 dirty="0" err="1">
                          <a:effectLst/>
                        </a:rPr>
                        <a:t>publish</a:t>
                      </a:r>
                      <a:endParaRPr lang="fr-FR" sz="8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clos-du-mont-olivet-chateauneuf-du-pape-2007-2</a:t>
                      </a:r>
                      <a:endParaRPr lang="fr-FR" sz="8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product</a:t>
                      </a:r>
                      <a:endParaRPr lang="fr-FR" sz="8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5941779"/>
                  </a:ext>
                </a:extLst>
              </a:tr>
              <a:tr h="154891">
                <a:tc>
                  <a:txBody>
                    <a:bodyPr/>
                    <a:lstStyle/>
                    <a:p>
                      <a:pPr algn="r" fontAlgn="ctr"/>
                      <a:r>
                        <a:rPr lang="fr-FR" sz="800" u="none" strike="noStrike">
                          <a:effectLst/>
                        </a:rPr>
                        <a:t>842</a:t>
                      </a:r>
                      <a:endParaRPr lang="fr-FR" sz="8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 dirty="0">
                          <a:effectLst/>
                        </a:rPr>
                        <a:t>bon-cadeau-25-euros</a:t>
                      </a:r>
                      <a:endParaRPr lang="fr-FR" sz="8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 dirty="0">
                          <a:effectLst/>
                        </a:rPr>
                        <a:t>7.0</a:t>
                      </a:r>
                      <a:endParaRPr lang="fr-FR" sz="8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 dirty="0">
                          <a:effectLst/>
                        </a:rPr>
                        <a:t>Autre</a:t>
                      </a:r>
                      <a:endParaRPr lang="fr-FR" sz="8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publish</a:t>
                      </a:r>
                      <a:endParaRPr lang="fr-FR" sz="8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bon-cadeau-de-25-euros</a:t>
                      </a:r>
                      <a:endParaRPr lang="fr-FR" sz="8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attachment</a:t>
                      </a:r>
                      <a:endParaRPr lang="fr-FR" sz="8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86049888"/>
                  </a:ext>
                </a:extLst>
              </a:tr>
              <a:tr h="242055">
                <a:tc>
                  <a:txBody>
                    <a:bodyPr/>
                    <a:lstStyle/>
                    <a:p>
                      <a:pPr algn="r" fontAlgn="ctr"/>
                      <a:r>
                        <a:rPr lang="fr-FR" sz="800" u="none" strike="noStrike">
                          <a:effectLst/>
                        </a:rPr>
                        <a:t>1117</a:t>
                      </a:r>
                      <a:endParaRPr lang="fr-FR" sz="8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 dirty="0">
                          <a:effectLst/>
                        </a:rPr>
                        <a:t>13127-1</a:t>
                      </a:r>
                      <a:endParaRPr lang="fr-FR" sz="8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4.0</a:t>
                      </a:r>
                      <a:endParaRPr lang="fr-FR" sz="8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 dirty="0">
                          <a:effectLst/>
                        </a:rPr>
                        <a:t>Vin</a:t>
                      </a:r>
                      <a:endParaRPr lang="fr-FR" sz="8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publish</a:t>
                      </a:r>
                      <a:endParaRPr lang="fr-FR" sz="8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clos-du-mont-olivet-chateauneuf-du-pape-2007-2</a:t>
                      </a:r>
                      <a:endParaRPr lang="fr-FR" sz="8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attachment</a:t>
                      </a:r>
                      <a:endParaRPr lang="fr-FR" sz="8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25647534"/>
                  </a:ext>
                </a:extLst>
              </a:tr>
              <a:tr h="154891">
                <a:tc>
                  <a:txBody>
                    <a:bodyPr/>
                    <a:lstStyle/>
                    <a:p>
                      <a:pPr algn="r" fontAlgn="ctr"/>
                      <a:r>
                        <a:rPr lang="fr-FR" sz="800" u="none" strike="noStrike">
                          <a:effectLst/>
                        </a:rPr>
                        <a:t>1387</a:t>
                      </a:r>
                      <a:endParaRPr lang="fr-FR" sz="8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 dirty="0">
                          <a:effectLst/>
                        </a:rPr>
                        <a:t>bon-cadeau-25-euros</a:t>
                      </a:r>
                      <a:endParaRPr lang="fr-FR" sz="8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7.0</a:t>
                      </a:r>
                      <a:endParaRPr lang="fr-FR" sz="8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NaN</a:t>
                      </a:r>
                      <a:endParaRPr lang="fr-FR" sz="8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 dirty="0" err="1">
                          <a:effectLst/>
                        </a:rPr>
                        <a:t>publish</a:t>
                      </a:r>
                      <a:endParaRPr lang="fr-FR" sz="8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 dirty="0">
                          <a:effectLst/>
                        </a:rPr>
                        <a:t>bon-cadeau-de-25-euros</a:t>
                      </a:r>
                      <a:endParaRPr lang="fr-FR" sz="8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 dirty="0" err="1">
                          <a:effectLst/>
                        </a:rPr>
                        <a:t>product</a:t>
                      </a:r>
                      <a:endParaRPr lang="fr-FR" sz="8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01869090"/>
                  </a:ext>
                </a:extLst>
              </a:tr>
            </a:tbl>
          </a:graphicData>
        </a:graphic>
      </p:graphicFrame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44F5C323-7D08-BD46-39B2-39E29B6F7A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5722969"/>
              </p:ext>
            </p:extLst>
          </p:nvPr>
        </p:nvGraphicFramePr>
        <p:xfrm>
          <a:off x="1814641" y="4934396"/>
          <a:ext cx="5511800" cy="3704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425536145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1531709745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1499810257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466245845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76589339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43206707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1209299000"/>
                    </a:ext>
                  </a:extLst>
                </a:gridCol>
              </a:tblGrid>
              <a:tr h="11931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index</a:t>
                      </a:r>
                      <a:endParaRPr lang="fr-FR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AD28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sku</a:t>
                      </a:r>
                      <a:endParaRPr lang="fr-FR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AD28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virtual</a:t>
                      </a:r>
                      <a:endParaRPr lang="fr-FR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AD28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solidFill>
                            <a:schemeClr val="bg1"/>
                          </a:solidFill>
                          <a:effectLst/>
                        </a:rPr>
                        <a:t>downloadable</a:t>
                      </a:r>
                      <a:endParaRPr lang="fr-FR" sz="8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AD28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solidFill>
                            <a:schemeClr val="bg1"/>
                          </a:solidFill>
                          <a:effectLst/>
                        </a:rPr>
                        <a:t>rating_count</a:t>
                      </a:r>
                      <a:endParaRPr lang="fr-FR" sz="8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AD28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solidFill>
                            <a:schemeClr val="bg1"/>
                          </a:solidFill>
                          <a:effectLst/>
                        </a:rPr>
                        <a:t>average_rating</a:t>
                      </a:r>
                      <a:endParaRPr lang="fr-FR" sz="8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AD28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total_sales</a:t>
                      </a:r>
                      <a:endParaRPr lang="fr-FR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AD28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022335"/>
                  </a:ext>
                </a:extLst>
              </a:tr>
              <a:tr h="124281">
                <a:tc>
                  <a:txBody>
                    <a:bodyPr/>
                    <a:lstStyle/>
                    <a:p>
                      <a:pPr algn="r" fontAlgn="ctr"/>
                      <a:r>
                        <a:rPr lang="fr-FR" sz="800" u="none" strike="noStrike">
                          <a:effectLst/>
                        </a:rPr>
                        <a:t>1084</a:t>
                      </a:r>
                      <a:endParaRPr lang="fr-FR" sz="8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800" u="none" strike="noStrike">
                          <a:effectLst/>
                        </a:rPr>
                        <a:t>NaN</a:t>
                      </a:r>
                      <a:endParaRPr lang="fr-FR" sz="8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800" u="none" strike="noStrike" dirty="0">
                          <a:effectLst/>
                        </a:rPr>
                        <a:t>0</a:t>
                      </a:r>
                      <a:endParaRPr lang="fr-FR" sz="8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800" u="none" strike="noStrike" dirty="0">
                          <a:effectLst/>
                        </a:rPr>
                        <a:t>0</a:t>
                      </a:r>
                      <a:endParaRPr lang="fr-FR" sz="8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800" u="none" strike="noStrike" dirty="0">
                          <a:effectLst/>
                        </a:rPr>
                        <a:t>0</a:t>
                      </a:r>
                      <a:endParaRPr lang="fr-FR" sz="8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800" u="none" strike="noStrike" dirty="0">
                          <a:effectLst/>
                        </a:rPr>
                        <a:t>0.0</a:t>
                      </a:r>
                      <a:endParaRPr lang="fr-FR" sz="8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800" u="none" strike="noStrike" dirty="0">
                          <a:effectLst/>
                        </a:rPr>
                        <a:t>-56.0</a:t>
                      </a:r>
                      <a:endParaRPr lang="fr-FR" sz="8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EB9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567937"/>
                  </a:ext>
                </a:extLst>
              </a:tr>
              <a:tr h="124281">
                <a:tc>
                  <a:txBody>
                    <a:bodyPr/>
                    <a:lstStyle/>
                    <a:p>
                      <a:pPr algn="r" fontAlgn="ctr"/>
                      <a:r>
                        <a:rPr lang="fr-FR" sz="800" u="none" strike="noStrike">
                          <a:effectLst/>
                        </a:rPr>
                        <a:t>1087</a:t>
                      </a:r>
                      <a:endParaRPr lang="fr-FR" sz="8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800" u="none" strike="noStrike">
                          <a:effectLst/>
                        </a:rPr>
                        <a:t>NaN</a:t>
                      </a:r>
                      <a:endParaRPr lang="fr-FR" sz="8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800" u="none" strike="noStrike">
                          <a:effectLst/>
                        </a:rPr>
                        <a:t>0</a:t>
                      </a:r>
                      <a:endParaRPr lang="fr-FR" sz="8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800" u="none" strike="noStrike">
                          <a:effectLst/>
                        </a:rPr>
                        <a:t>0</a:t>
                      </a:r>
                      <a:endParaRPr lang="fr-FR" sz="8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800" u="none" strike="noStrike">
                          <a:effectLst/>
                        </a:rPr>
                        <a:t>0</a:t>
                      </a:r>
                      <a:endParaRPr lang="fr-FR" sz="8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800" u="none" strike="noStrike">
                          <a:effectLst/>
                        </a:rPr>
                        <a:t>0.0</a:t>
                      </a:r>
                      <a:endParaRPr lang="fr-FR" sz="8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800" u="none" strike="noStrike" dirty="0">
                          <a:effectLst/>
                        </a:rPr>
                        <a:t>-17.0</a:t>
                      </a:r>
                      <a:endParaRPr lang="fr-FR" sz="8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EB9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684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3238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09680-15BC-AFFC-785B-CDAAA538B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4ED11B-19D5-844D-DD68-1AFF768FB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rgbClr val="AD283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br>
              <a:rPr lang="fr-FR" sz="30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fr-FR" sz="30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fr-FR" sz="30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onsolidations des données</a:t>
            </a:r>
            <a:br>
              <a:rPr lang="fr-FR" sz="30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lang="fr-FR" sz="3000" dirty="0"/>
          </a:p>
        </p:txBody>
      </p:sp>
      <p:pic>
        <p:nvPicPr>
          <p:cNvPr id="5" name="Graphique 4" descr="Bouteille contour">
            <a:extLst>
              <a:ext uri="{FF2B5EF4-FFF2-40B4-BE49-F238E27FC236}">
                <a16:creationId xmlns:a16="http://schemas.microsoft.com/office/drawing/2014/main" id="{29A92253-A1D2-75DF-41C5-4F24E905B6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0392" y="336203"/>
            <a:ext cx="644525" cy="644525"/>
          </a:xfrm>
          <a:prstGeom prst="rect">
            <a:avLst/>
          </a:prstGeom>
        </p:spPr>
      </p:pic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3303CB24-9E59-4579-B09E-C324B7C198BA}"/>
              </a:ext>
            </a:extLst>
          </p:cNvPr>
          <p:cNvSpPr/>
          <p:nvPr/>
        </p:nvSpPr>
        <p:spPr>
          <a:xfrm>
            <a:off x="3563888" y="2957469"/>
            <a:ext cx="1512168" cy="360040"/>
          </a:xfrm>
          <a:prstGeom prst="roundRect">
            <a:avLst/>
          </a:prstGeom>
          <a:solidFill>
            <a:srgbClr val="AD28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  <a:p>
            <a:pPr algn="ctr"/>
            <a:r>
              <a:rPr lang="fr-FR" b="1" dirty="0" err="1"/>
              <a:t>df_merge</a:t>
            </a:r>
            <a:endParaRPr lang="fr-FR" b="1" dirty="0"/>
          </a:p>
          <a:p>
            <a:pPr algn="ctr"/>
            <a:endParaRPr lang="fr-FR" dirty="0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2E16E95E-02B0-8CB2-EDBA-BE3292FEBE7D}"/>
              </a:ext>
            </a:extLst>
          </p:cNvPr>
          <p:cNvSpPr/>
          <p:nvPr/>
        </p:nvSpPr>
        <p:spPr>
          <a:xfrm>
            <a:off x="1187624" y="1628800"/>
            <a:ext cx="1358901" cy="765886"/>
          </a:xfrm>
          <a:prstGeom prst="roundRect">
            <a:avLst/>
          </a:prstGeom>
          <a:solidFill>
            <a:srgbClr val="AD28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err="1"/>
              <a:t>df_erp</a:t>
            </a:r>
            <a:endParaRPr lang="fr-FR" b="1" dirty="0"/>
          </a:p>
          <a:p>
            <a:pPr algn="ctr"/>
            <a:r>
              <a:rPr lang="fr-FR" b="1" dirty="0" err="1"/>
              <a:t>product_id</a:t>
            </a:r>
            <a:endParaRPr lang="fr-FR" b="1" dirty="0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BE6175CA-9FA8-0E3E-4D9A-BBF10DACA63A}"/>
              </a:ext>
            </a:extLst>
          </p:cNvPr>
          <p:cNvSpPr/>
          <p:nvPr/>
        </p:nvSpPr>
        <p:spPr>
          <a:xfrm>
            <a:off x="5775254" y="1628800"/>
            <a:ext cx="1598099" cy="765886"/>
          </a:xfrm>
          <a:prstGeom prst="roundRect">
            <a:avLst/>
          </a:prstGeom>
          <a:solidFill>
            <a:srgbClr val="AD28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err="1"/>
              <a:t>df_liaison</a:t>
            </a:r>
            <a:endParaRPr lang="fr-FR" b="1" dirty="0"/>
          </a:p>
          <a:p>
            <a:pPr algn="ctr"/>
            <a:r>
              <a:rPr lang="fr-FR" b="1" dirty="0" err="1"/>
              <a:t>product_id</a:t>
            </a:r>
            <a:endParaRPr lang="fr-FR" b="1" dirty="0"/>
          </a:p>
        </p:txBody>
      </p:sp>
      <p:sp>
        <p:nvSpPr>
          <p:cNvPr id="8" name="Flèche : bas 7">
            <a:extLst>
              <a:ext uri="{FF2B5EF4-FFF2-40B4-BE49-F238E27FC236}">
                <a16:creationId xmlns:a16="http://schemas.microsoft.com/office/drawing/2014/main" id="{C7498118-9DC8-15C4-394A-1D91D05A7DEC}"/>
              </a:ext>
            </a:extLst>
          </p:cNvPr>
          <p:cNvSpPr/>
          <p:nvPr/>
        </p:nvSpPr>
        <p:spPr>
          <a:xfrm rot="3207132">
            <a:off x="5330524" y="2399759"/>
            <a:ext cx="183943" cy="437327"/>
          </a:xfrm>
          <a:prstGeom prst="downArrow">
            <a:avLst/>
          </a:prstGeom>
          <a:solidFill>
            <a:srgbClr val="AD28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Flèche : bas 8">
            <a:extLst>
              <a:ext uri="{FF2B5EF4-FFF2-40B4-BE49-F238E27FC236}">
                <a16:creationId xmlns:a16="http://schemas.microsoft.com/office/drawing/2014/main" id="{7283D6CE-4A6B-6948-0977-1BB3C670363E}"/>
              </a:ext>
            </a:extLst>
          </p:cNvPr>
          <p:cNvSpPr/>
          <p:nvPr/>
        </p:nvSpPr>
        <p:spPr>
          <a:xfrm rot="18556569">
            <a:off x="2826266" y="2517404"/>
            <a:ext cx="179100" cy="378079"/>
          </a:xfrm>
          <a:prstGeom prst="downArrow">
            <a:avLst/>
          </a:prstGeom>
          <a:solidFill>
            <a:srgbClr val="AD28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20353466-7DE7-05AB-5ABE-113F5028AEEA}"/>
              </a:ext>
            </a:extLst>
          </p:cNvPr>
          <p:cNvSpPr/>
          <p:nvPr/>
        </p:nvSpPr>
        <p:spPr>
          <a:xfrm>
            <a:off x="1187624" y="3995248"/>
            <a:ext cx="1728192" cy="585880"/>
          </a:xfrm>
          <a:prstGeom prst="roundRect">
            <a:avLst/>
          </a:prstGeom>
          <a:solidFill>
            <a:srgbClr val="AD28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  <a:p>
            <a:pPr algn="ctr"/>
            <a:r>
              <a:rPr lang="fr-FR" b="1" dirty="0" err="1"/>
              <a:t>df_merge</a:t>
            </a:r>
            <a:endParaRPr lang="fr-FR" b="1" dirty="0"/>
          </a:p>
          <a:p>
            <a:pPr algn="ctr"/>
            <a:r>
              <a:rPr lang="fr-FR" b="1" dirty="0" err="1"/>
              <a:t>id_web</a:t>
            </a:r>
            <a:endParaRPr lang="fr-FR" b="1" dirty="0"/>
          </a:p>
          <a:p>
            <a:pPr algn="ctr"/>
            <a:endParaRPr lang="fr-FR" dirty="0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F39110E0-7114-90C3-A8AF-CA299DD585A5}"/>
              </a:ext>
            </a:extLst>
          </p:cNvPr>
          <p:cNvSpPr/>
          <p:nvPr/>
        </p:nvSpPr>
        <p:spPr>
          <a:xfrm>
            <a:off x="5710207" y="4007324"/>
            <a:ext cx="1728192" cy="499209"/>
          </a:xfrm>
          <a:prstGeom prst="roundRect">
            <a:avLst/>
          </a:prstGeom>
          <a:solidFill>
            <a:srgbClr val="AD28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  <a:p>
            <a:pPr algn="ctr"/>
            <a:r>
              <a:rPr lang="fr-FR" b="1" dirty="0" err="1"/>
              <a:t>df_web</a:t>
            </a:r>
            <a:endParaRPr lang="fr-FR" b="1" dirty="0"/>
          </a:p>
          <a:p>
            <a:pPr algn="ctr"/>
            <a:r>
              <a:rPr lang="fr-FR" b="1" dirty="0" err="1"/>
              <a:t>sku</a:t>
            </a:r>
            <a:endParaRPr lang="fr-FR" b="1" dirty="0"/>
          </a:p>
          <a:p>
            <a:pPr algn="ctr"/>
            <a:endParaRPr lang="fr-FR" dirty="0"/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0332FF56-CDB3-2871-6B5A-E13BC057CEB8}"/>
              </a:ext>
            </a:extLst>
          </p:cNvPr>
          <p:cNvSpPr/>
          <p:nvPr/>
        </p:nvSpPr>
        <p:spPr>
          <a:xfrm>
            <a:off x="3563888" y="5733256"/>
            <a:ext cx="1728192" cy="360040"/>
          </a:xfrm>
          <a:prstGeom prst="roundRect">
            <a:avLst/>
          </a:prstGeom>
          <a:solidFill>
            <a:srgbClr val="AD28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  <a:p>
            <a:pPr algn="ctr"/>
            <a:r>
              <a:rPr lang="fr-FR" b="1" dirty="0" err="1"/>
              <a:t>df_final</a:t>
            </a:r>
            <a:endParaRPr lang="fr-FR" b="1" dirty="0"/>
          </a:p>
          <a:p>
            <a:pPr algn="ctr"/>
            <a:endParaRPr lang="fr-FR" dirty="0"/>
          </a:p>
        </p:txBody>
      </p:sp>
      <p:sp>
        <p:nvSpPr>
          <p:cNvPr id="13" name="Flèche : bas 12">
            <a:extLst>
              <a:ext uri="{FF2B5EF4-FFF2-40B4-BE49-F238E27FC236}">
                <a16:creationId xmlns:a16="http://schemas.microsoft.com/office/drawing/2014/main" id="{FE254A93-F095-3C3B-822E-ED96DDCD34B6}"/>
              </a:ext>
            </a:extLst>
          </p:cNvPr>
          <p:cNvSpPr/>
          <p:nvPr/>
        </p:nvSpPr>
        <p:spPr>
          <a:xfrm rot="19391629">
            <a:off x="3068885" y="4827897"/>
            <a:ext cx="179100" cy="378079"/>
          </a:xfrm>
          <a:prstGeom prst="downArrow">
            <a:avLst/>
          </a:prstGeom>
          <a:solidFill>
            <a:srgbClr val="AD28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Flèche : bas 13">
            <a:extLst>
              <a:ext uri="{FF2B5EF4-FFF2-40B4-BE49-F238E27FC236}">
                <a16:creationId xmlns:a16="http://schemas.microsoft.com/office/drawing/2014/main" id="{81B0C79A-246B-A3B7-412B-B44CB1DA8D50}"/>
              </a:ext>
            </a:extLst>
          </p:cNvPr>
          <p:cNvSpPr/>
          <p:nvPr/>
        </p:nvSpPr>
        <p:spPr>
          <a:xfrm rot="2025781">
            <a:off x="5286285" y="4736852"/>
            <a:ext cx="183943" cy="437327"/>
          </a:xfrm>
          <a:prstGeom prst="downArrow">
            <a:avLst/>
          </a:prstGeom>
          <a:solidFill>
            <a:srgbClr val="AD28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023957A-591F-50F0-D131-37EADEACA0D1}"/>
              </a:ext>
            </a:extLst>
          </p:cNvPr>
          <p:cNvSpPr txBox="1"/>
          <p:nvPr/>
        </p:nvSpPr>
        <p:spPr>
          <a:xfrm>
            <a:off x="1445906" y="2446021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825 lignes </a:t>
            </a:r>
          </a:p>
          <a:p>
            <a:r>
              <a:rPr lang="fr-FR" sz="1400" dirty="0"/>
              <a:t>7 colonnes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E4B6C7D-B340-6BF6-05DE-64D233817E49}"/>
              </a:ext>
            </a:extLst>
          </p:cNvPr>
          <p:cNvSpPr txBox="1"/>
          <p:nvPr/>
        </p:nvSpPr>
        <p:spPr>
          <a:xfrm>
            <a:off x="3828144" y="3310165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825 lignes</a:t>
            </a:r>
          </a:p>
          <a:p>
            <a:r>
              <a:rPr lang="fr-FR" sz="1400" dirty="0"/>
              <a:t>9 colonnes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A6ADB6E8-B8CA-E6AF-921A-A2954D01ECD9}"/>
              </a:ext>
            </a:extLst>
          </p:cNvPr>
          <p:cNvSpPr txBox="1"/>
          <p:nvPr/>
        </p:nvSpPr>
        <p:spPr>
          <a:xfrm>
            <a:off x="6096854" y="2406362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825 lignes</a:t>
            </a:r>
          </a:p>
          <a:p>
            <a:r>
              <a:rPr lang="fr-FR" sz="1400" dirty="0"/>
              <a:t>2 colonnes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E2D1D63F-4714-B4F5-5073-F123A1D8535E}"/>
              </a:ext>
            </a:extLst>
          </p:cNvPr>
          <p:cNvSpPr txBox="1"/>
          <p:nvPr/>
        </p:nvSpPr>
        <p:spPr>
          <a:xfrm>
            <a:off x="1591097" y="4610447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825 lignes </a:t>
            </a:r>
          </a:p>
          <a:p>
            <a:r>
              <a:rPr lang="fr-FR" sz="1400" dirty="0"/>
              <a:t>9 colonnes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708501FA-C601-DD0D-53A4-1E110184B4D3}"/>
              </a:ext>
            </a:extLst>
          </p:cNvPr>
          <p:cNvSpPr txBox="1"/>
          <p:nvPr/>
        </p:nvSpPr>
        <p:spPr>
          <a:xfrm>
            <a:off x="6096854" y="4550318"/>
            <a:ext cx="13482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714 lignes </a:t>
            </a:r>
          </a:p>
          <a:p>
            <a:r>
              <a:rPr lang="fr-FR" sz="1400" dirty="0"/>
              <a:t>23 colonnes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3265DF7B-3A0D-FFF7-37C4-519D00F63461}"/>
              </a:ext>
            </a:extLst>
          </p:cNvPr>
          <p:cNvSpPr txBox="1"/>
          <p:nvPr/>
        </p:nvSpPr>
        <p:spPr>
          <a:xfrm>
            <a:off x="3928163" y="6101118"/>
            <a:ext cx="1363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825 lignes </a:t>
            </a:r>
          </a:p>
          <a:p>
            <a:r>
              <a:rPr lang="fr-FR" sz="1400" dirty="0"/>
              <a:t>44 colonnes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944925B3-1E1C-023B-84A7-2F2C07B0CB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6992" y="5805264"/>
            <a:ext cx="2034244" cy="880625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1932687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5EB60-5604-87E0-C26A-9F48EC0FF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D69854-277B-4204-2C29-52F1573C8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rgbClr val="AD283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br>
              <a:rPr lang="fr-FR" sz="44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fr-FR" sz="33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univariées du prix</a:t>
            </a:r>
            <a:br>
              <a:rPr lang="fr-FR" sz="44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lang="fr-FR" dirty="0"/>
          </a:p>
        </p:txBody>
      </p:sp>
      <p:pic>
        <p:nvPicPr>
          <p:cNvPr id="4" name="Graphique 3" descr="Raisins contour">
            <a:extLst>
              <a:ext uri="{FF2B5EF4-FFF2-40B4-BE49-F238E27FC236}">
                <a16:creationId xmlns:a16="http://schemas.microsoft.com/office/drawing/2014/main" id="{B065317F-4750-3690-D54F-4DF0005BBB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84368" y="372207"/>
            <a:ext cx="673224" cy="673224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4517A0E-740D-78AA-6FCA-F98948CA60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564904"/>
            <a:ext cx="9144000" cy="282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64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21186-E18C-4AE5-C1F5-31DD30492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3AD60C-527A-8423-CAF1-2B8C3D27E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rgbClr val="AD283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br>
              <a:rPr lang="fr-FR" sz="44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fr-FR" sz="33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univariées du prix</a:t>
            </a:r>
            <a:br>
              <a:rPr lang="fr-FR" sz="44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lang="fr-FR" dirty="0"/>
          </a:p>
        </p:txBody>
      </p:sp>
      <p:pic>
        <p:nvPicPr>
          <p:cNvPr id="4" name="Graphique 3" descr="Raisins contour">
            <a:extLst>
              <a:ext uri="{FF2B5EF4-FFF2-40B4-BE49-F238E27FC236}">
                <a16:creationId xmlns:a16="http://schemas.microsoft.com/office/drawing/2014/main" id="{8C966197-A6A5-6923-CCC4-1DA5618139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84368" y="372207"/>
            <a:ext cx="673224" cy="673224"/>
          </a:xfrm>
          <a:prstGeom prst="rect">
            <a:avLst/>
          </a:prstGeom>
        </p:spPr>
      </p:pic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8ED26611-305F-849C-0283-A40FAC268B9E}"/>
              </a:ext>
            </a:extLst>
          </p:cNvPr>
          <p:cNvSpPr/>
          <p:nvPr/>
        </p:nvSpPr>
        <p:spPr>
          <a:xfrm>
            <a:off x="827584" y="1844824"/>
            <a:ext cx="2952328" cy="864096"/>
          </a:xfrm>
          <a:prstGeom prst="roundRect">
            <a:avLst/>
          </a:prstGeom>
          <a:solidFill>
            <a:srgbClr val="AD28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Z-score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AB93E03A-352C-ADAF-EAC2-6381C8A442CD}"/>
              </a:ext>
            </a:extLst>
          </p:cNvPr>
          <p:cNvSpPr/>
          <p:nvPr/>
        </p:nvSpPr>
        <p:spPr>
          <a:xfrm>
            <a:off x="5342672" y="1868946"/>
            <a:ext cx="2952328" cy="864096"/>
          </a:xfrm>
          <a:prstGeom prst="roundRect">
            <a:avLst/>
          </a:prstGeom>
          <a:solidFill>
            <a:srgbClr val="AD28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Intervalle interquartile IQR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B2DDDF7-455F-04AB-D25A-5DC76863420B}"/>
              </a:ext>
            </a:extLst>
          </p:cNvPr>
          <p:cNvSpPr txBox="1"/>
          <p:nvPr/>
        </p:nvSpPr>
        <p:spPr>
          <a:xfrm>
            <a:off x="1331640" y="6093296"/>
            <a:ext cx="2880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17 </a:t>
            </a:r>
            <a:r>
              <a:rPr lang="fr-FR" dirty="0" err="1"/>
              <a:t>outliers</a:t>
            </a:r>
            <a:r>
              <a:rPr lang="fr-FR" dirty="0"/>
              <a:t> soit 2%</a:t>
            </a:r>
          </a:p>
          <a:p>
            <a:r>
              <a:rPr lang="fr-FR" dirty="0"/>
              <a:t>À partir de 114€ (non inclus)</a:t>
            </a:r>
          </a:p>
        </p:txBody>
      </p:sp>
      <p:graphicFrame>
        <p:nvGraphicFramePr>
          <p:cNvPr id="10" name="Graphique 9">
            <a:extLst>
              <a:ext uri="{FF2B5EF4-FFF2-40B4-BE49-F238E27FC236}">
                <a16:creationId xmlns:a16="http://schemas.microsoft.com/office/drawing/2014/main" id="{8E66274D-99CE-4448-9EAB-E846C24E1C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8923113"/>
              </p:ext>
            </p:extLst>
          </p:nvPr>
        </p:nvGraphicFramePr>
        <p:xfrm>
          <a:off x="252636" y="2952381"/>
          <a:ext cx="5327476" cy="31138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ZoneTexte 15">
            <a:extLst>
              <a:ext uri="{FF2B5EF4-FFF2-40B4-BE49-F238E27FC236}">
                <a16:creationId xmlns:a16="http://schemas.microsoft.com/office/drawing/2014/main" id="{C393C615-8C5B-20C5-8F96-5FD5A249AB73}"/>
              </a:ext>
            </a:extLst>
          </p:cNvPr>
          <p:cNvSpPr txBox="1"/>
          <p:nvPr/>
        </p:nvSpPr>
        <p:spPr>
          <a:xfrm>
            <a:off x="5893296" y="6116461"/>
            <a:ext cx="2664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36 </a:t>
            </a:r>
            <a:r>
              <a:rPr lang="fr-FR" dirty="0" err="1"/>
              <a:t>outliers</a:t>
            </a:r>
            <a:r>
              <a:rPr lang="fr-FR" dirty="0"/>
              <a:t> soit 4,36%</a:t>
            </a:r>
          </a:p>
          <a:p>
            <a:r>
              <a:rPr lang="fr-FR" dirty="0"/>
              <a:t>A partir de 83,1€ (inclus)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3502ABC-CC9C-F6FB-9740-F8AC8E0C5B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5925" y="3417565"/>
            <a:ext cx="1991072" cy="1890962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2716854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4C0E0-CC7C-F8C5-E745-6193A4C6E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002B62-245E-B594-984B-09279A8F5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rgbClr val="AD283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33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 complémentaire</a:t>
            </a:r>
            <a:br>
              <a:rPr lang="fr-FR" sz="33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fr-FR" sz="33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du </a:t>
            </a:r>
            <a:r>
              <a:rPr lang="fr-FR" sz="3300" dirty="0">
                <a:solidFill>
                  <a:srgbClr val="F3F3F3"/>
                </a:solidFill>
                <a:latin typeface="Montserrat"/>
                <a:sym typeface="Montserrat"/>
              </a:rPr>
              <a:t>CA</a:t>
            </a:r>
            <a:endParaRPr lang="fr-FR" dirty="0"/>
          </a:p>
        </p:txBody>
      </p:sp>
      <p:pic>
        <p:nvPicPr>
          <p:cNvPr id="5" name="Graphique 4" descr="Martini contour">
            <a:extLst>
              <a:ext uri="{FF2B5EF4-FFF2-40B4-BE49-F238E27FC236}">
                <a16:creationId xmlns:a16="http://schemas.microsoft.com/office/drawing/2014/main" id="{DBE4BEAA-56D1-FD6D-5728-804D1E6D8C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14337" y="188640"/>
            <a:ext cx="842392" cy="842392"/>
          </a:xfrm>
          <a:prstGeom prst="rect">
            <a:avLst/>
          </a:prstGeom>
        </p:spPr>
      </p:pic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6293B817-1336-0815-F72C-2C0F90A09EA0}"/>
              </a:ext>
            </a:extLst>
          </p:cNvPr>
          <p:cNvSpPr/>
          <p:nvPr/>
        </p:nvSpPr>
        <p:spPr>
          <a:xfrm>
            <a:off x="3815916" y="1740056"/>
            <a:ext cx="1512168" cy="360040"/>
          </a:xfrm>
          <a:prstGeom prst="roundRect">
            <a:avLst/>
          </a:prstGeom>
          <a:solidFill>
            <a:srgbClr val="AD28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+mj-lt"/>
              </a:rPr>
              <a:t>CA: 153</a:t>
            </a:r>
            <a:r>
              <a:rPr lang="fr-FR" b="1" i="0" dirty="0">
                <a:solidFill>
                  <a:schemeClr val="bg1"/>
                </a:solidFill>
                <a:effectLst/>
                <a:latin typeface="+mj-lt"/>
              </a:rPr>
              <a:t> 748 €</a:t>
            </a:r>
            <a:endParaRPr lang="fr-FR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265410D4-4D70-F39F-9AB2-4EB175B96956}"/>
              </a:ext>
            </a:extLst>
          </p:cNvPr>
          <p:cNvSpPr/>
          <p:nvPr/>
        </p:nvSpPr>
        <p:spPr>
          <a:xfrm>
            <a:off x="2087724" y="5733256"/>
            <a:ext cx="4968552" cy="521726"/>
          </a:xfrm>
          <a:prstGeom prst="roundRect">
            <a:avLst/>
          </a:prstGeom>
          <a:ln>
            <a:solidFill>
              <a:srgbClr val="AD283B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v"/>
            </a:pPr>
            <a:endParaRPr lang="fr-FR" dirty="0"/>
          </a:p>
          <a:p>
            <a:pPr marL="285750" indent="-285750" algn="ctr">
              <a:buFont typeface="Wingdings" panose="05000000000000000000" pitchFamily="2" charset="2"/>
              <a:buChar char="v"/>
            </a:pPr>
            <a:endParaRPr lang="fr-FR" dirty="0"/>
          </a:p>
          <a:p>
            <a:pPr algn="ctr"/>
            <a:r>
              <a:rPr lang="fr-FR" sz="1600" dirty="0"/>
              <a:t>50,91% des articles représentent 80% du CA</a:t>
            </a:r>
          </a:p>
          <a:p>
            <a:pPr algn="ctr"/>
            <a:endParaRPr lang="fr-FR" dirty="0"/>
          </a:p>
          <a:p>
            <a:pPr marL="285750" indent="-285750" algn="ctr">
              <a:buFont typeface="Wingdings" panose="05000000000000000000" pitchFamily="2" charset="2"/>
              <a:buChar char="v"/>
            </a:pPr>
            <a:endParaRPr lang="fr-FR" dirty="0"/>
          </a:p>
        </p:txBody>
      </p:sp>
      <p:pic>
        <p:nvPicPr>
          <p:cNvPr id="4" name="Image 3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D5BC3AB8-3A53-C55E-BCC3-1FB18F2064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9" y="2318278"/>
            <a:ext cx="9144000" cy="3028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213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69ED8-D5C2-9EA9-5E89-644A042D3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5D0BB7-0A10-6E3C-CCCD-BA8BD3A10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rgbClr val="AD283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br>
              <a:rPr lang="fr-FR" sz="33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fr-FR" sz="33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 des </a:t>
            </a:r>
            <a:r>
              <a:rPr lang="fr-FR" sz="3300" dirty="0">
                <a:solidFill>
                  <a:srgbClr val="F3F3F3"/>
                </a:solidFill>
                <a:latin typeface="Montserrat"/>
                <a:sym typeface="Montserrat"/>
              </a:rPr>
              <a:t>quantités</a:t>
            </a:r>
            <a:br>
              <a:rPr lang="fr-FR" dirty="0"/>
            </a:br>
            <a:endParaRPr lang="fr-FR" dirty="0"/>
          </a:p>
        </p:txBody>
      </p:sp>
      <p:pic>
        <p:nvPicPr>
          <p:cNvPr id="5" name="Graphique 4" descr="Martini contour">
            <a:extLst>
              <a:ext uri="{FF2B5EF4-FFF2-40B4-BE49-F238E27FC236}">
                <a16:creationId xmlns:a16="http://schemas.microsoft.com/office/drawing/2014/main" id="{C12A48C9-7115-FD06-9665-865A5B3845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14337" y="188640"/>
            <a:ext cx="842392" cy="842392"/>
          </a:xfrm>
          <a:prstGeom prst="rect">
            <a:avLst/>
          </a:prstGeom>
        </p:spPr>
      </p:pic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131B9CFD-BC89-5E16-E6C0-33B2FF94459D}"/>
              </a:ext>
            </a:extLst>
          </p:cNvPr>
          <p:cNvSpPr/>
          <p:nvPr/>
        </p:nvSpPr>
        <p:spPr>
          <a:xfrm>
            <a:off x="1842060" y="5517232"/>
            <a:ext cx="5459879" cy="560583"/>
          </a:xfrm>
          <a:prstGeom prst="roundRect">
            <a:avLst/>
          </a:prstGeom>
          <a:ln>
            <a:solidFill>
              <a:srgbClr val="AD283B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600" dirty="0">
                <a:solidFill>
                  <a:srgbClr val="1F1F1F"/>
                </a:solidFill>
                <a:latin typeface="+mj-lt"/>
              </a:rPr>
              <a:t>66,67% des produits</a:t>
            </a:r>
            <a:r>
              <a:rPr lang="fr-FR" sz="1600" b="0" i="0" dirty="0">
                <a:solidFill>
                  <a:srgbClr val="1F1F1F"/>
                </a:solidFill>
                <a:effectLst/>
                <a:latin typeface="+mj-lt"/>
              </a:rPr>
              <a:t> </a:t>
            </a:r>
            <a:r>
              <a:rPr lang="fr-FR" sz="1600" dirty="0">
                <a:solidFill>
                  <a:srgbClr val="1F1F1F"/>
                </a:solidFill>
                <a:latin typeface="+mj-lt"/>
              </a:rPr>
              <a:t>r</a:t>
            </a:r>
            <a:r>
              <a:rPr lang="fr-FR" sz="1600" b="0" i="0" dirty="0">
                <a:solidFill>
                  <a:srgbClr val="1F1F1F"/>
                </a:solidFill>
                <a:effectLst/>
                <a:latin typeface="+mj-lt"/>
              </a:rPr>
              <a:t>eprésent</a:t>
            </a:r>
            <a:r>
              <a:rPr lang="fr-FR" sz="1600" dirty="0">
                <a:solidFill>
                  <a:srgbClr val="1F1F1F"/>
                </a:solidFill>
                <a:latin typeface="+mj-lt"/>
              </a:rPr>
              <a:t>e</a:t>
            </a:r>
            <a:r>
              <a:rPr lang="fr-FR" sz="1600" b="0" i="0" dirty="0">
                <a:solidFill>
                  <a:srgbClr val="1F1F1F"/>
                </a:solidFill>
                <a:effectLst/>
                <a:latin typeface="+mj-lt"/>
              </a:rPr>
              <a:t>nt 80% des articles vendus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26F6037F-514E-87F4-F2AB-287BB4D6DB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9" y="2060848"/>
            <a:ext cx="9131271" cy="2987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982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23BB0-32E1-6AB7-B161-C166E98FD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7235D0-76C0-D42B-66A7-0103A2D55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rgbClr val="AD283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br>
              <a:rPr lang="fr-FR" sz="33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fr-FR" sz="33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 des </a:t>
            </a:r>
            <a:r>
              <a:rPr lang="fr-FR" sz="3300" dirty="0">
                <a:solidFill>
                  <a:srgbClr val="F3F3F3"/>
                </a:solidFill>
                <a:latin typeface="Montserrat"/>
                <a:sym typeface="Montserrat"/>
              </a:rPr>
              <a:t>stocks</a:t>
            </a:r>
            <a:br>
              <a:rPr lang="fr-FR" dirty="0"/>
            </a:br>
            <a:endParaRPr lang="fr-FR" dirty="0"/>
          </a:p>
        </p:txBody>
      </p:sp>
      <p:pic>
        <p:nvPicPr>
          <p:cNvPr id="5" name="Graphique 4" descr="Martini contour">
            <a:extLst>
              <a:ext uri="{FF2B5EF4-FFF2-40B4-BE49-F238E27FC236}">
                <a16:creationId xmlns:a16="http://schemas.microsoft.com/office/drawing/2014/main" id="{1865F14D-F7A1-F329-8278-F1F02870CC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14337" y="188640"/>
            <a:ext cx="842392" cy="842392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9988B3AF-9134-A888-5747-0009E3810C7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090" y="2060848"/>
            <a:ext cx="8173820" cy="4086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51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F5A87-096D-6EF0-A3D0-79777FD30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9C0DD3-32C2-8297-2F25-A1E8F6CCE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rgbClr val="AD283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br>
              <a:rPr lang="fr-FR" sz="33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fr-FR" sz="33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du </a:t>
            </a:r>
            <a:r>
              <a:rPr lang="fr-FR" sz="3300" dirty="0">
                <a:solidFill>
                  <a:srgbClr val="F3F3F3"/>
                </a:solidFill>
                <a:latin typeface="Montserrat"/>
                <a:sym typeface="Montserrat"/>
              </a:rPr>
              <a:t>taux de marge</a:t>
            </a:r>
            <a:br>
              <a:rPr lang="fr-FR" dirty="0"/>
            </a:br>
            <a:endParaRPr lang="fr-FR" dirty="0"/>
          </a:p>
        </p:txBody>
      </p:sp>
      <p:pic>
        <p:nvPicPr>
          <p:cNvPr id="5" name="Graphique 4" descr="Martini contour">
            <a:extLst>
              <a:ext uri="{FF2B5EF4-FFF2-40B4-BE49-F238E27FC236}">
                <a16:creationId xmlns:a16="http://schemas.microsoft.com/office/drawing/2014/main" id="{3AE5E254-4C66-05DE-1B03-A2A10DB84F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14337" y="188640"/>
            <a:ext cx="842392" cy="84239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3585412-7D2A-A3FF-BD7B-7F513776A24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40" y="1844824"/>
            <a:ext cx="7452320" cy="447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883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24E6D-DC76-9873-2DDB-A19DDE440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328CE1-3418-CF66-6B39-9FFCF5802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rgbClr val="AD283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br>
              <a:rPr lang="fr-FR" sz="33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fr-FR" sz="33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des </a:t>
            </a:r>
            <a:r>
              <a:rPr lang="fr-FR" sz="3300" dirty="0">
                <a:solidFill>
                  <a:srgbClr val="F3F3F3"/>
                </a:solidFill>
                <a:latin typeface="Montserrat"/>
                <a:sym typeface="Montserrat"/>
              </a:rPr>
              <a:t>corrélations</a:t>
            </a:r>
            <a:br>
              <a:rPr lang="fr-FR" dirty="0"/>
            </a:br>
            <a:endParaRPr lang="fr-FR" dirty="0"/>
          </a:p>
        </p:txBody>
      </p:sp>
      <p:pic>
        <p:nvPicPr>
          <p:cNvPr id="5" name="Graphique 4" descr="Martini contour">
            <a:extLst>
              <a:ext uri="{FF2B5EF4-FFF2-40B4-BE49-F238E27FC236}">
                <a16:creationId xmlns:a16="http://schemas.microsoft.com/office/drawing/2014/main" id="{417D1F7D-585B-926F-008C-3CFE240300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14337" y="188640"/>
            <a:ext cx="842392" cy="842392"/>
          </a:xfrm>
          <a:prstGeom prst="rect">
            <a:avLst/>
          </a:prstGeom>
        </p:spPr>
      </p:pic>
      <p:pic>
        <p:nvPicPr>
          <p:cNvPr id="4" name="Image 3" descr="Une image contenant texte, capture d’écran, diagramme, Police&#10;&#10;Le contenu généré par l’IA peut être incorrect.">
            <a:extLst>
              <a:ext uri="{FF2B5EF4-FFF2-40B4-BE49-F238E27FC236}">
                <a16:creationId xmlns:a16="http://schemas.microsoft.com/office/drawing/2014/main" id="{FD65027A-558E-05E8-E2CD-A7904E5373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243" y="1700808"/>
            <a:ext cx="5491513" cy="470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5060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C2BEF-A55D-BAA2-603D-B672B9E58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3DD037-7FE1-6E59-6993-2BD518F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rgbClr val="AD283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br>
              <a:rPr lang="fr-FR" sz="30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fr-FR" sz="30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Actions pour la suite</a:t>
            </a:r>
            <a:br>
              <a:rPr lang="fr-FR" sz="3000" dirty="0"/>
            </a:br>
            <a:endParaRPr lang="fr-FR" sz="30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EEED862-5452-2936-47B4-E09C93EC41C7}"/>
              </a:ext>
            </a:extLst>
          </p:cNvPr>
          <p:cNvSpPr txBox="1"/>
          <p:nvPr/>
        </p:nvSpPr>
        <p:spPr>
          <a:xfrm>
            <a:off x="1547664" y="2708920"/>
            <a:ext cx="669674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dirty="0"/>
              <a:t>Vérifier manuellement les prix négatifs</a:t>
            </a:r>
          </a:p>
          <a:p>
            <a:endParaRPr lang="fr-FR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dirty="0"/>
              <a:t>Mettre a jour les données </a:t>
            </a:r>
            <a:r>
              <a:rPr lang="fr-FR" dirty="0" err="1"/>
              <a:t>Onsale_web</a:t>
            </a:r>
            <a:endParaRPr lang="fr-FR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dirty="0"/>
              <a:t>Se pencher sérieusement sur le CA et les tops références</a:t>
            </a:r>
          </a:p>
          <a:p>
            <a:endParaRPr lang="fr-FR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dirty="0"/>
              <a:t>Gérer les stocks et rotations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dirty="0"/>
              <a:t>Utiliser les corrélations pour les prévisions et la planification</a:t>
            </a:r>
          </a:p>
          <a:p>
            <a:endParaRPr lang="fr-FR" dirty="0"/>
          </a:p>
        </p:txBody>
      </p:sp>
      <p:pic>
        <p:nvPicPr>
          <p:cNvPr id="5" name="Graphique 4" descr="Bouteille contour">
            <a:extLst>
              <a:ext uri="{FF2B5EF4-FFF2-40B4-BE49-F238E27FC236}">
                <a16:creationId xmlns:a16="http://schemas.microsoft.com/office/drawing/2014/main" id="{05429888-E9B4-C675-5CE3-B92D340A7A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6336" y="25161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781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04648-0262-8C52-E824-135173950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6E1F65-1F6C-4CBC-0C28-FA74A0FC1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rgbClr val="AD283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-FR" sz="30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Point sur les compétences apprises</a:t>
            </a:r>
            <a:endParaRPr lang="fr-FR" sz="3000" dirty="0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880A9963-8BD8-297A-ABDE-CC28EFD93DF7}"/>
              </a:ext>
            </a:extLst>
          </p:cNvPr>
          <p:cNvSpPr/>
          <p:nvPr/>
        </p:nvSpPr>
        <p:spPr>
          <a:xfrm>
            <a:off x="557274" y="1988840"/>
            <a:ext cx="3816424" cy="1273622"/>
          </a:xfrm>
          <a:prstGeom prst="roundRect">
            <a:avLst/>
          </a:prstGeom>
          <a:solidFill>
            <a:srgbClr val="CCFFCC"/>
          </a:solidFill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fr-FR" sz="1600" dirty="0"/>
              <a:t>Importation des données </a:t>
            </a:r>
          </a:p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fr-FR" sz="1600" dirty="0"/>
              <a:t>Leur exploration</a:t>
            </a:r>
          </a:p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fr-FR" sz="1600" dirty="0"/>
              <a:t>Correction des types de données</a:t>
            </a:r>
          </a:p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fr-FR" sz="1600" dirty="0"/>
              <a:t>Exportation des données nettoyées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91A630AC-8DD8-65A2-4F0C-05F51C43E71B}"/>
              </a:ext>
            </a:extLst>
          </p:cNvPr>
          <p:cNvSpPr/>
          <p:nvPr/>
        </p:nvSpPr>
        <p:spPr>
          <a:xfrm>
            <a:off x="2843808" y="3645024"/>
            <a:ext cx="3240360" cy="1012974"/>
          </a:xfrm>
          <a:prstGeom prst="roundRect">
            <a:avLst/>
          </a:prstGeom>
          <a:solidFill>
            <a:srgbClr val="FEB9B0"/>
          </a:solidFill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fr-FR" sz="1600" dirty="0"/>
              <a:t>Prise de décision</a:t>
            </a:r>
          </a:p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fr-FR" sz="1600" dirty="0"/>
              <a:t>Gestion des valeurs aberrantes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BDE8C26A-4903-1E4F-2BA5-34226DA17DBE}"/>
              </a:ext>
            </a:extLst>
          </p:cNvPr>
          <p:cNvSpPr/>
          <p:nvPr/>
        </p:nvSpPr>
        <p:spPr>
          <a:xfrm>
            <a:off x="5220072" y="5085184"/>
            <a:ext cx="3590893" cy="1012974"/>
          </a:xfrm>
          <a:prstGeom prst="roundRect">
            <a:avLst/>
          </a:prstGeom>
          <a:solidFill>
            <a:srgbClr val="FFFFCC"/>
          </a:solidFill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fr-FR" sz="1600" dirty="0"/>
              <a:t>Approfondir la gestion des données manquantes et des doublons</a:t>
            </a:r>
          </a:p>
        </p:txBody>
      </p:sp>
    </p:spTree>
    <p:extLst>
      <p:ext uri="{BB962C8B-B14F-4D97-AF65-F5344CB8AC3E}">
        <p14:creationId xmlns:p14="http://schemas.microsoft.com/office/powerpoint/2010/main" val="42617630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F42536-B869-7F3C-20E0-3B953E85C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2CE7C27-9B59-068E-C873-DBA83583A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3321" y="640080"/>
            <a:ext cx="4688333" cy="3566160"/>
          </a:xfr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>
              <a:lnSpc>
                <a:spcPct val="90000"/>
              </a:lnSpc>
              <a:spcAft>
                <a:spcPts val="0"/>
              </a:spcAft>
              <a:buClr>
                <a:srgbClr val="000000"/>
              </a:buClr>
              <a:buSzPts val="2500"/>
            </a:pPr>
            <a:r>
              <a:rPr lang="en-US" sz="47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Montserrat"/>
              </a:rPr>
              <a:t>Merci a tous </a:t>
            </a:r>
            <a:endParaRPr lang="en-US" sz="47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Image 4" descr="Vin rouge versé à partir d’une bouteille de vin dans une bouteille de vin">
            <a:extLst>
              <a:ext uri="{FF2B5EF4-FFF2-40B4-BE49-F238E27FC236}">
                <a16:creationId xmlns:a16="http://schemas.microsoft.com/office/drawing/2014/main" id="{99FE0002-905F-5D4A-D40C-741F4D62C4E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96" r="13766"/>
          <a:stretch/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  <a:effectLst>
            <a:outerShdw blurRad="1270000" dist="50800" dir="5400000" algn="ctr" rotWithShape="0">
              <a:srgbClr val="000000"/>
            </a:outerShdw>
          </a:effectLst>
        </p:spPr>
      </p:pic>
      <p:sp>
        <p:nvSpPr>
          <p:cNvPr id="12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646" y="440926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241250 w 3182692"/>
              <a:gd name="connsiteY2" fmla="*/ 0 h 18288"/>
              <a:gd name="connsiteX3" fmla="*/ 1909615 w 3182692"/>
              <a:gd name="connsiteY3" fmla="*/ 0 h 18288"/>
              <a:gd name="connsiteX4" fmla="*/ 2577981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482500 w 3182692"/>
              <a:gd name="connsiteY7" fmla="*/ 18288 h 18288"/>
              <a:gd name="connsiteX8" fmla="*/ 1782308 w 3182692"/>
              <a:gd name="connsiteY8" fmla="*/ 18288 h 18288"/>
              <a:gd name="connsiteX9" fmla="*/ 1145769 w 3182692"/>
              <a:gd name="connsiteY9" fmla="*/ 18288 h 18288"/>
              <a:gd name="connsiteX10" fmla="*/ 0 w 3182692"/>
              <a:gd name="connsiteY10" fmla="*/ 18288 h 18288"/>
              <a:gd name="connsiteX11" fmla="*/ 0 w 3182692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034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9924D1ECC420D47A2456556BC94F7370400BDF4491DEA4973499845289601F88B9F" ma:contentTypeVersion="55" ma:contentTypeDescription="Create a new document." ma:contentTypeScope="" ma:versionID="41eb558a2b826e6e4f9defd990175bec">
  <xsd:schema xmlns:xsd="http://www.w3.org/2001/XMLSchema" xmlns:xs="http://www.w3.org/2001/XMLSchema" xmlns:p="http://schemas.microsoft.com/office/2006/metadata/properties" xmlns:ns2="6d93d202-47fc-4405-873a-cab67cc5f1b2" xmlns:ns3="64acb2c5-0a2b-4bda-bd34-58e36cbb80d2" targetNamespace="http://schemas.microsoft.com/office/2006/metadata/properties" ma:root="true" ma:fieldsID="19deea0185cf7bc57eee9b90b1ba2ace" ns2:_="" ns3:_="">
    <xsd:import namespace="6d93d202-47fc-4405-873a-cab67cc5f1b2"/>
    <xsd:import namespace="64acb2c5-0a2b-4bda-bd34-58e36cbb80d2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  <xsd:element ref="ns3:Description0" minOccurs="0"/>
                <xsd:element ref="ns3:Compon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93d202-47fc-4405-873a-cab67cc5f1b2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0:00:00Z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dc79c007-7f28-4db9-9ba1-525d19a3279b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80C6DD30-196A-4C6B-B1BF-A43F3B8ACD4F}" ma:internalName="CSXSubmissionMarket" ma:readOnly="false" ma:showField="MarketName" ma:web="6d93d202-47fc-4405-873a-cab67cc5f1b2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bb16b974-ed24-4278-8820-8e232d38904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7E2D4CA2-442A-4FDA-AA57-71B8C7B2C53C}" ma:internalName="InProjectListLookup" ma:readOnly="true" ma:showField="InProjectLis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fd9a49dc-3dbf-4047-b62d-1d587abe7b40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7E2D4CA2-442A-4FDA-AA57-71B8C7B2C53C}" ma:internalName="LastCompleteVersionLookup" ma:readOnly="true" ma:showField="LastComplete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7E2D4CA2-442A-4FDA-AA57-71B8C7B2C53C}" ma:internalName="LastPreviewErrorLookup" ma:readOnly="true" ma:showField="LastPreviewError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7E2D4CA2-442A-4FDA-AA57-71B8C7B2C53C}" ma:internalName="LastPreviewResultLookup" ma:readOnly="true" ma:showField="LastPreviewResul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7E2D4CA2-442A-4FDA-AA57-71B8C7B2C53C}" ma:internalName="LastPreviewAttemptDateLookup" ma:readOnly="true" ma:showField="LastPreviewAttemptDat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7E2D4CA2-442A-4FDA-AA57-71B8C7B2C53C}" ma:internalName="LastPreviewedByLookup" ma:readOnly="true" ma:showField="LastPreviewedBy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7E2D4CA2-442A-4FDA-AA57-71B8C7B2C53C}" ma:internalName="LastPreviewTimeLookup" ma:readOnly="true" ma:showField="LastPreviewTi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7E2D4CA2-442A-4FDA-AA57-71B8C7B2C53C}" ma:internalName="LastPreviewVersionLookup" ma:readOnly="true" ma:showField="LastPreview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7E2D4CA2-442A-4FDA-AA57-71B8C7B2C53C}" ma:internalName="LastPublishErrorLookup" ma:readOnly="true" ma:showField="LastPublishError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7E2D4CA2-442A-4FDA-AA57-71B8C7B2C53C}" ma:internalName="LastPublishResultLookup" ma:readOnly="true" ma:showField="LastPublishResul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7E2D4CA2-442A-4FDA-AA57-71B8C7B2C53C}" ma:internalName="LastPublishAttemptDateLookup" ma:readOnly="true" ma:showField="LastPublishAttemptDat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7E2D4CA2-442A-4FDA-AA57-71B8C7B2C53C}" ma:internalName="LastPublishedByLookup" ma:readOnly="true" ma:showField="LastPublishedBy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7E2D4CA2-442A-4FDA-AA57-71B8C7B2C53C}" ma:internalName="LastPublishTimeLookup" ma:readOnly="true" ma:showField="LastPublishTi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7E2D4CA2-442A-4FDA-AA57-71B8C7B2C53C}" ma:internalName="LastPublishVersionLookup" ma:readOnly="true" ma:showField="LastPublish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4CDE398E-75A7-4993-8C61-2BFD31F64754}" ma:internalName="LocLastLocAttemptVersionLookup" ma:readOnly="false" ma:showField="LastLocAttemptVersion" ma:web="6d93d202-47fc-4405-873a-cab67cc5f1b2">
      <xsd:simpleType>
        <xsd:restriction base="dms:Lookup"/>
      </xsd:simpleType>
    </xsd:element>
    <xsd:element name="LocLastLocAttemptVersionTypeLookup" ma:index="72" nillable="true" ma:displayName="Loc Last Loc Attempt Version Type" ma:default="" ma:list="{4CDE398E-75A7-4993-8C61-2BFD31F64754}" ma:internalName="LocLastLocAttemptVersionTypeLookup" ma:readOnly="true" ma:showField="LastLocAttemptVersionType" ma:web="6d93d202-47fc-4405-873a-cab67cc5f1b2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4CDE398E-75A7-4993-8C61-2BFD31F64754}" ma:internalName="LocNewPublishedVersionLookup" ma:readOnly="true" ma:showField="NewPublishedVersion" ma:web="6d93d202-47fc-4405-873a-cab67cc5f1b2">
      <xsd:simpleType>
        <xsd:restriction base="dms:Lookup"/>
      </xsd:simpleType>
    </xsd:element>
    <xsd:element name="LocOverallHandbackStatusLookup" ma:index="76" nillable="true" ma:displayName="Loc Overall Handback Status" ma:default="" ma:list="{4CDE398E-75A7-4993-8C61-2BFD31F64754}" ma:internalName="LocOverallHandbackStatusLookup" ma:readOnly="true" ma:showField="OverallHandbackStatus" ma:web="6d93d202-47fc-4405-873a-cab67cc5f1b2">
      <xsd:simpleType>
        <xsd:restriction base="dms:Lookup"/>
      </xsd:simpleType>
    </xsd:element>
    <xsd:element name="LocOverallLocStatusLookup" ma:index="77" nillable="true" ma:displayName="Loc Overall Localize Status" ma:default="" ma:list="{4CDE398E-75A7-4993-8C61-2BFD31F64754}" ma:internalName="LocOverallLocStatusLookup" ma:readOnly="true" ma:showField="OverallLocStatus" ma:web="6d93d202-47fc-4405-873a-cab67cc5f1b2">
      <xsd:simpleType>
        <xsd:restriction base="dms:Lookup"/>
      </xsd:simpleType>
    </xsd:element>
    <xsd:element name="LocOverallPreviewStatusLookup" ma:index="78" nillable="true" ma:displayName="Loc Overall Preview Status" ma:default="" ma:list="{4CDE398E-75A7-4993-8C61-2BFD31F64754}" ma:internalName="LocOverallPreviewStatusLookup" ma:readOnly="true" ma:showField="OverallPreviewStatus" ma:web="6d93d202-47fc-4405-873a-cab67cc5f1b2">
      <xsd:simpleType>
        <xsd:restriction base="dms:Lookup"/>
      </xsd:simpleType>
    </xsd:element>
    <xsd:element name="LocOverallPublishStatusLookup" ma:index="79" nillable="true" ma:displayName="Loc Overall Publish Status" ma:default="" ma:list="{4CDE398E-75A7-4993-8C61-2BFD31F64754}" ma:internalName="LocOverallPublishStatusLookup" ma:readOnly="true" ma:showField="OverallPublishStatus" ma:web="6d93d202-47fc-4405-873a-cab67cc5f1b2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4CDE398E-75A7-4993-8C61-2BFD31F64754}" ma:internalName="LocProcessedForHandoffsLookup" ma:readOnly="true" ma:showField="ProcessedForHandoffs" ma:web="6d93d202-47fc-4405-873a-cab67cc5f1b2">
      <xsd:simpleType>
        <xsd:restriction base="dms:Lookup"/>
      </xsd:simpleType>
    </xsd:element>
    <xsd:element name="LocProcessedForMarketsLookup" ma:index="82" nillable="true" ma:displayName="Loc Processed For Markets" ma:default="" ma:list="{4CDE398E-75A7-4993-8C61-2BFD31F64754}" ma:internalName="LocProcessedForMarketsLookup" ma:readOnly="true" ma:showField="ProcessedForMarkets" ma:web="6d93d202-47fc-4405-873a-cab67cc5f1b2">
      <xsd:simpleType>
        <xsd:restriction base="dms:Lookup"/>
      </xsd:simpleType>
    </xsd:element>
    <xsd:element name="LocPublishedDependentAssetsLookup" ma:index="83" nillable="true" ma:displayName="Loc Published Dependent Assets" ma:default="" ma:list="{4CDE398E-75A7-4993-8C61-2BFD31F64754}" ma:internalName="LocPublishedDependentAssetsLookup" ma:readOnly="true" ma:showField="PublishedDependentAssets" ma:web="6d93d202-47fc-4405-873a-cab67cc5f1b2">
      <xsd:simpleType>
        <xsd:restriction base="dms:Lookup"/>
      </xsd:simpleType>
    </xsd:element>
    <xsd:element name="LocPublishedLinkedAssetsLookup" ma:index="84" nillable="true" ma:displayName="Loc Published Linked Assets" ma:default="" ma:list="{4CDE398E-75A7-4993-8C61-2BFD31F64754}" ma:internalName="LocPublishedLinkedAssetsLookup" ma:readOnly="true" ma:showField="PublishedLinkedAssets" ma:web="6d93d202-47fc-4405-873a-cab67cc5f1b2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db560eb5-700a-4f94-8fda-b57de4261f12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80C6DD30-196A-4C6B-B1BF-A43F3B8ACD4F}" ma:internalName="Markets" ma:readOnly="false" ma:showField="MarketNa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7E2D4CA2-442A-4FDA-AA57-71B8C7B2C53C}" ma:internalName="NumOfRatingsLookup" ma:readOnly="true" ma:showField="NumOfRatings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7E2D4CA2-442A-4FDA-AA57-71B8C7B2C53C}" ma:internalName="PublishStatusLookup" ma:readOnly="false" ma:showField="PublishStatus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6e3f7319-fb8f-4449-8902-000ab73a8566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11d213f5-ec09-44b6-a8be-9da225be7a8d}" ma:internalName="TaxCatchAll" ma:showField="CatchAllData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11d213f5-ec09-44b6-a8be-9da225be7a8d}" ma:internalName="TaxCatchAllLabel" ma:readOnly="true" ma:showField="CatchAllDataLabel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acb2c5-0a2b-4bda-bd34-58e36cbb80d2" elementFormDefault="qualified">
    <xsd:import namespace="http://schemas.microsoft.com/office/2006/documentManagement/types"/>
    <xsd:import namespace="http://schemas.microsoft.com/office/infopath/2007/PartnerControls"/>
    <xsd:element name="Description0" ma:index="134" nillable="true" ma:displayName="Description" ma:internalName="Description0">
      <xsd:simpleType>
        <xsd:restriction base="dms:Note"/>
      </xsd:simpleType>
    </xsd:element>
    <xsd:element name="Component" ma:index="135" nillable="true" ma:displayName="Component" ma:internalName="Component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cquiredFrom xmlns="6d93d202-47fc-4405-873a-cab67cc5f1b2" xsi:nil="true"/>
    <IsSearchable xmlns="6d93d202-47fc-4405-873a-cab67cc5f1b2">true</IsSearchable>
    <EditorialStatus xmlns="6d93d202-47fc-4405-873a-cab67cc5f1b2">Complete</EditorialStatus>
    <OriginAsset xmlns="6d93d202-47fc-4405-873a-cab67cc5f1b2" xsi:nil="true"/>
    <ThumbnailAssetId xmlns="6d93d202-47fc-4405-873a-cab67cc5f1b2" xsi:nil="true"/>
    <TrustLevel xmlns="6d93d202-47fc-4405-873a-cab67cc5f1b2">3 Community New</TrustLevel>
    <MarketSpecific xmlns="6d93d202-47fc-4405-873a-cab67cc5f1b2">true</MarketSpecific>
    <TPNamespace xmlns="6d93d202-47fc-4405-873a-cab67cc5f1b2" xsi:nil="true"/>
    <DirectSourceMarket xmlns="6d93d202-47fc-4405-873a-cab67cc5f1b2">english</DirectSourceMarket>
    <MachineTranslated xmlns="6d93d202-47fc-4405-873a-cab67cc5f1b2">false</MachineTranslated>
    <PlannedPubDate xmlns="6d93d202-47fc-4405-873a-cab67cc5f1b2" xsi:nil="true"/>
    <SubmitterId xmlns="6d93d202-47fc-4405-873a-cab67cc5f1b2">9c60ae39-ee33-43c2-b863-454968d0f2cc</SubmitterId>
    <Downloads xmlns="6d93d202-47fc-4405-873a-cab67cc5f1b2">0</Downloads>
    <OriginalSourceMarket xmlns="6d93d202-47fc-4405-873a-cab67cc5f1b2">english</OriginalSourceMarket>
    <PublishTargets xmlns="6d93d202-47fc-4405-873a-cab67cc5f1b2">OfficeOnline</PublishTargets>
    <ArtSampleDocs xmlns="6d93d202-47fc-4405-873a-cab67cc5f1b2" xsi:nil="true"/>
    <ApprovalLog xmlns="6d93d202-47fc-4405-873a-cab67cc5f1b2" xsi:nil="true"/>
    <ApprovalStatus xmlns="6d93d202-47fc-4405-873a-cab67cc5f1b2">InProgress</ApprovalStatus>
    <TPComponent xmlns="6d93d202-47fc-4405-873a-cab67cc5f1b2">PPTFiles</TPComponent>
    <EditorialTags xmlns="6d93d202-47fc-4405-873a-cab67cc5f1b2" xsi:nil="true"/>
    <TPExecutable xmlns="6d93d202-47fc-4405-873a-cab67cc5f1b2" xsi:nil="true"/>
    <LastHandOff xmlns="6d93d202-47fc-4405-873a-cab67cc5f1b2" xsi:nil="true"/>
    <BusinessGroup xmlns="6d93d202-47fc-4405-873a-cab67cc5f1b2" xsi:nil="true"/>
    <TPAppVersion xmlns="6d93d202-47fc-4405-873a-cab67cc5f1b2">12</TPAppVersion>
    <VoteCount xmlns="6d93d202-47fc-4405-873a-cab67cc5f1b2" xsi:nil="true"/>
    <APAuthor xmlns="6d93d202-47fc-4405-873a-cab67cc5f1b2">
      <UserInfo>
        <DisplayName>_o14migrate</DisplayName>
        <AccountId>266</AccountId>
        <AccountType/>
      </UserInfo>
    </APAuthor>
    <TPCommandLine xmlns="6d93d202-47fc-4405-873a-cab67cc5f1b2">{PP} /n {FilePath}</TPCommandLine>
    <UACurrentWords xmlns="6d93d202-47fc-4405-873a-cab67cc5f1b2" xsi:nil="true"/>
    <AssetId xmlns="6d93d202-47fc-4405-873a-cab67cc5f1b2">TP030007516</AssetId>
    <Manager xmlns="6d93d202-47fc-4405-873a-cab67cc5f1b2" xsi:nil="true"/>
    <NumericId xmlns="6d93d202-47fc-4405-873a-cab67cc5f1b2">-1</NumericId>
    <Component xmlns="64acb2c5-0a2b-4bda-bd34-58e36cbb80d2" xsi:nil="true"/>
    <HandoffToMSDN xmlns="6d93d202-47fc-4405-873a-cab67cc5f1b2" xsi:nil="true"/>
    <Markets xmlns="6d93d202-47fc-4405-873a-cab67cc5f1b2">
      <Value>2</Value>
    </Markets>
    <UALocComments xmlns="6d93d202-47fc-4405-873a-cab67cc5f1b2" xsi:nil="true"/>
    <UALocRecommendation xmlns="6d93d202-47fc-4405-873a-cab67cc5f1b2">Localize</UALocRecommendation>
    <AssetStart xmlns="6d93d202-47fc-4405-873a-cab67cc5f1b2">2010-04-16T14:00:43+00:00</AssetStart>
    <CrawlForDependencies xmlns="6d93d202-47fc-4405-873a-cab67cc5f1b2">false</CrawlForDependencies>
    <LastModifiedDateTime xmlns="6d93d202-47fc-4405-873a-cab67cc5f1b2" xsi:nil="true"/>
    <LastPublishResultLookup xmlns="6d93d202-47fc-4405-873a-cab67cc5f1b2" xsi:nil="true"/>
    <PublishStatusLookup xmlns="6d93d202-47fc-4405-873a-cab67cc5f1b2">
      <Value>327996</Value>
      <Value>502686</Value>
    </PublishStatusLookup>
    <AverageRating xmlns="6d93d202-47fc-4405-873a-cab67cc5f1b2" xsi:nil="true"/>
    <CSXUpdate xmlns="6d93d202-47fc-4405-873a-cab67cc5f1b2">false</CSXUpdate>
    <UAProjectedTotalWords xmlns="6d93d202-47fc-4405-873a-cab67cc5f1b2" xsi:nil="true"/>
    <AssetExpire xmlns="6d93d202-47fc-4405-873a-cab67cc5f1b2">2100-01-01T00:00:00+00:00</AssetExpire>
    <AssetType xmlns="6d93d202-47fc-4405-873a-cab67cc5f1b2">TP</AssetType>
    <IntlLangReviewDate xmlns="6d93d202-47fc-4405-873a-cab67cc5f1b2" xsi:nil="true"/>
    <TPFriendlyName xmlns="6d93d202-47fc-4405-873a-cab67cc5f1b2">Thème vin - Verre de vin zoom</TPFriendlyName>
    <IntlLangReview xmlns="6d93d202-47fc-4405-873a-cab67cc5f1b2" xsi:nil="true"/>
    <OOCacheId xmlns="6d93d202-47fc-4405-873a-cab67cc5f1b2" xsi:nil="true"/>
    <PolicheckWords xmlns="6d93d202-47fc-4405-873a-cab67cc5f1b2" xsi:nil="true"/>
    <TemplateStatus xmlns="6d93d202-47fc-4405-873a-cab67cc5f1b2">Complete</TemplateStatus>
    <CSXSubmissionMarket xmlns="6d93d202-47fc-4405-873a-cab67cc5f1b2" xsi:nil="true"/>
    <FriendlyTitle xmlns="6d93d202-47fc-4405-873a-cab67cc5f1b2" xsi:nil="true"/>
    <TPLaunchHelpLinkType xmlns="6d93d202-47fc-4405-873a-cab67cc5f1b2" xsi:nil="true"/>
    <Providers xmlns="6d93d202-47fc-4405-873a-cab67cc5f1b2" xsi:nil="true"/>
    <SourceTitle xmlns="6d93d202-47fc-4405-873a-cab67cc5f1b2">Thème vin - Verre de vin zoom</SourceTitle>
    <TemplateTemplateType xmlns="6d93d202-47fc-4405-873a-cab67cc5f1b2">PowerPoint 12 Default</TemplateTemplateType>
    <TimesCloned xmlns="6d93d202-47fc-4405-873a-cab67cc5f1b2" xsi:nil="true"/>
    <ClipArtFilename xmlns="6d93d202-47fc-4405-873a-cab67cc5f1b2" xsi:nil="true"/>
    <APDescription xmlns="6d93d202-47fc-4405-873a-cab67cc5f1b2" xsi:nil="true"/>
    <TPApplication xmlns="6d93d202-47fc-4405-873a-cab67cc5f1b2">PowerPoint</TPApplication>
    <CSXHash xmlns="6d93d202-47fc-4405-873a-cab67cc5f1b2">1XJb187mP71rWnU1dyhcXuRrGdM=</CSXHash>
    <PrimaryImageGen xmlns="6d93d202-47fc-4405-873a-cab67cc5f1b2">true</PrimaryImageGen>
    <ContentItem xmlns="6d93d202-47fc-4405-873a-cab67cc5f1b2" xsi:nil="true"/>
    <IsDeleted xmlns="6d93d202-47fc-4405-873a-cab67cc5f1b2">false</IsDeleted>
    <ShowIn xmlns="6d93d202-47fc-4405-873a-cab67cc5f1b2">Show everywhere</ShowIn>
    <BugNumber xmlns="6d93d202-47fc-4405-873a-cab67cc5f1b2" xsi:nil="true"/>
    <LegacyData xmlns="6d93d202-47fc-4405-873a-cab67cc5f1b2">ListingID:;Manager:;BuildStatus:Publish Passed;MockupPath:</LegacyData>
    <TPLaunchHelpLink xmlns="6d93d202-47fc-4405-873a-cab67cc5f1b2" xsi:nil="true"/>
    <Milestone xmlns="6d93d202-47fc-4405-873a-cab67cc5f1b2" xsi:nil="true"/>
    <UANotes xmlns="6d93d202-47fc-4405-873a-cab67cc5f1b2" xsi:nil="true"/>
    <Description0 xmlns="64acb2c5-0a2b-4bda-bd34-58e36cbb80d2" xsi:nil="true"/>
    <IntlLangReviewer xmlns="6d93d202-47fc-4405-873a-cab67cc5f1b2" xsi:nil="true"/>
    <IntlLocPriority xmlns="6d93d202-47fc-4405-873a-cab67cc5f1b2" xsi:nil="true"/>
    <OpenTemplate xmlns="6d93d202-47fc-4405-873a-cab67cc5f1b2">true</OpenTemplate>
    <Provider xmlns="6d93d202-47fc-4405-873a-cab67cc5f1b2" xsi:nil="true"/>
    <CSXSubmissionDate xmlns="6d93d202-47fc-4405-873a-cab67cc5f1b2">2009-10-11T07:00:00+00:00</CSXSubmissionDate>
    <TPClientViewer xmlns="6d93d202-47fc-4405-873a-cab67cc5f1b2" xsi:nil="true"/>
    <DSATActionTaken xmlns="6d93d202-47fc-4405-873a-cab67cc5f1b2" xsi:nil="true"/>
    <APEditor xmlns="6d93d202-47fc-4405-873a-cab67cc5f1b2">
      <UserInfo>
        <DisplayName>_o14migrate</DisplayName>
        <AccountId>266</AccountId>
        <AccountType/>
      </UserInfo>
    </APEditor>
    <TPInstallLocation xmlns="6d93d202-47fc-4405-873a-cab67cc5f1b2">{My Templates}</TPInstallLocation>
    <OutputCachingOn xmlns="6d93d202-47fc-4405-873a-cab67cc5f1b2">false</OutputCachingOn>
    <ParentAssetId xmlns="6d93d202-47fc-4405-873a-cab67cc5f1b2" xsi:nil="true"/>
    <LocManualTestRequired xmlns="6d93d202-47fc-4405-873a-cab67cc5f1b2">false</LocManualTestRequired>
    <LocalizationTagsTaxHTField0 xmlns="6d93d202-47fc-4405-873a-cab67cc5f1b2">
      <Terms xmlns="http://schemas.microsoft.com/office/infopath/2007/PartnerControls"/>
    </LocalizationTagsTaxHTField0>
    <CampaignTagsTaxHTField0 xmlns="6d93d202-47fc-4405-873a-cab67cc5f1b2">
      <Terms xmlns="http://schemas.microsoft.com/office/infopath/2007/PartnerControls"/>
    </CampaignTagsTaxHTField0>
    <LocLastLocAttemptVersionLookup xmlns="6d93d202-47fc-4405-873a-cab67cc5f1b2">169948</LocLastLocAttemptVersionLookup>
    <InternalTagsTaxHTField0 xmlns="6d93d202-47fc-4405-873a-cab67cc5f1b2">
      <Terms xmlns="http://schemas.microsoft.com/office/infopath/2007/PartnerControls"/>
    </InternalTagsTaxHTField0>
    <LocRecommendedHandoff xmlns="6d93d202-47fc-4405-873a-cab67cc5f1b2" xsi:nil="true"/>
    <BlockPublish xmlns="6d93d202-47fc-4405-873a-cab67cc5f1b2">false</BlockPublish>
    <LocComments xmlns="6d93d202-47fc-4405-873a-cab67cc5f1b2" xsi:nil="true"/>
    <TaxCatchAll xmlns="6d93d202-47fc-4405-873a-cab67cc5f1b2"/>
    <OriginalRelease xmlns="6d93d202-47fc-4405-873a-cab67cc5f1b2">14</OriginalRelease>
    <RecommendationsModifier xmlns="6d93d202-47fc-4405-873a-cab67cc5f1b2" xsi:nil="true"/>
    <ScenarioTagsTaxHTField0 xmlns="6d93d202-47fc-4405-873a-cab67cc5f1b2">
      <Terms xmlns="http://schemas.microsoft.com/office/infopath/2007/PartnerControls"/>
    </ScenarioTagsTaxHTField0>
    <FeatureTagsTaxHTField0 xmlns="6d93d202-47fc-4405-873a-cab67cc5f1b2">
      <Terms xmlns="http://schemas.microsoft.com/office/infopath/2007/PartnerControls"/>
    </FeatureTagsTaxHTField0>
    <LocMarketGroupTiers2 xmlns="6d93d202-47fc-4405-873a-cab67cc5f1b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4F3A679D-3DAF-4DFB-AB51-9F3CE48A7A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93d202-47fc-4405-873a-cab67cc5f1b2"/>
    <ds:schemaRef ds:uri="64acb2c5-0a2b-4bda-bd34-58e36cbb80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0320FAE-C1A6-4E60-9437-C7140ED06CB9}">
  <ds:schemaRefs>
    <ds:schemaRef ds:uri="http://schemas.microsoft.com/office/2006/metadata/properties"/>
    <ds:schemaRef ds:uri="http://schemas.microsoft.com/office/infopath/2007/PartnerControls"/>
    <ds:schemaRef ds:uri="6d93d202-47fc-4405-873a-cab67cc5f1b2"/>
    <ds:schemaRef ds:uri="64acb2c5-0a2b-4bda-bd34-58e36cbb80d2"/>
  </ds:schemaRefs>
</ds:datastoreItem>
</file>

<file path=customXml/itemProps3.xml><?xml version="1.0" encoding="utf-8"?>
<ds:datastoreItem xmlns:ds="http://schemas.openxmlformats.org/officeDocument/2006/customXml" ds:itemID="{DBBC7FD9-A150-49B9-958E-F10BD64D6AC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Thème vin - Verre de vin zoom</Template>
  <TotalTime>2498</TotalTime>
  <Words>617</Words>
  <Application>Microsoft Office PowerPoint</Application>
  <PresentationFormat>Affichage à l'écran (4:3)</PresentationFormat>
  <Paragraphs>292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2" baseType="lpstr">
      <vt:lpstr>Arial</vt:lpstr>
      <vt:lpstr>Calibri</vt:lpstr>
      <vt:lpstr>Montserrat</vt:lpstr>
      <vt:lpstr>Wingdings</vt:lpstr>
      <vt:lpstr>Thème Office</vt:lpstr>
      <vt:lpstr>Présentation PowerPoint</vt:lpstr>
      <vt:lpstr> Présentation des Données  </vt:lpstr>
      <vt:lpstr> Et le RGPD dans tout ça? </vt:lpstr>
      <vt:lpstr> Nettoyage des Données  </vt:lpstr>
      <vt:lpstr>Nettoyage des Données</vt:lpstr>
      <vt:lpstr>Nettoyage des Données</vt:lpstr>
      <vt:lpstr> Consolidations des données </vt:lpstr>
      <vt:lpstr> Analyses univariées du prix </vt:lpstr>
      <vt:lpstr> Analyses univariées du prix </vt:lpstr>
      <vt:lpstr>Analyse complémentaire du CA</vt:lpstr>
      <vt:lpstr> Analyse des quantités </vt:lpstr>
      <vt:lpstr> Analyse des stocks </vt:lpstr>
      <vt:lpstr> Analyses du taux de marge </vt:lpstr>
      <vt:lpstr> Analyses des corrélations </vt:lpstr>
      <vt:lpstr> Actions pour la suite </vt:lpstr>
      <vt:lpstr>Point sur les compétences apprises</vt:lpstr>
      <vt:lpstr>Merci a tous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Julie Rocher</dc:creator>
  <cp:lastModifiedBy>Julie Rocher</cp:lastModifiedBy>
  <cp:revision>46</cp:revision>
  <dcterms:created xsi:type="dcterms:W3CDTF">2025-02-05T21:17:33Z</dcterms:created>
  <dcterms:modified xsi:type="dcterms:W3CDTF">2025-10-02T09:24:11Z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0x01010069924D1ECC420D47A2456556BC94F7370400BDF4491DEA4973499845289601F88B9F</vt:lpwstr>
  </property>
  <property fmtid="{D5CDD505-2E9C-101B-9397-08002B2CF9AE}" pid="3" name="Applications">
    <vt:lpwstr>53;#PowerPoint 12</vt:lpwstr>
  </property>
  <property fmtid="{D5CDD505-2E9C-101B-9397-08002B2CF9AE}" pid="4" name="Order">
    <vt:r8>8581100</vt:r8>
  </property>
  <property fmtid="{D5CDD505-2E9C-101B-9397-08002B2CF9AE}" pid="5" name="APTrustLevel">
    <vt:r8>3</vt:r8>
  </property>
</Properties>
</file>